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4"/>
    <p:sldMasterId id="2147483648" r:id="rId5"/>
    <p:sldMasterId id="2147483676" r:id="rId6"/>
  </p:sldMasterIdLst>
  <p:notesMasterIdLst>
    <p:notesMasterId r:id="rId24"/>
  </p:notesMasterIdLst>
  <p:sldIdLst>
    <p:sldId id="321" r:id="rId7"/>
    <p:sldId id="432" r:id="rId8"/>
    <p:sldId id="444" r:id="rId9"/>
    <p:sldId id="445" r:id="rId10"/>
    <p:sldId id="446" r:id="rId11"/>
    <p:sldId id="447" r:id="rId12"/>
    <p:sldId id="448" r:id="rId13"/>
    <p:sldId id="449" r:id="rId14"/>
    <p:sldId id="443" r:id="rId15"/>
    <p:sldId id="450" r:id="rId16"/>
    <p:sldId id="451" r:id="rId17"/>
    <p:sldId id="452" r:id="rId18"/>
    <p:sldId id="453" r:id="rId19"/>
    <p:sldId id="435" r:id="rId20"/>
    <p:sldId id="454" r:id="rId21"/>
    <p:sldId id="440" r:id="rId22"/>
    <p:sldId id="455" r:id="rId23"/>
  </p:sldIdLst>
  <p:sldSz cx="12192000" cy="6858000"/>
  <p:notesSz cx="6858000" cy="9144000"/>
  <p:defaultTextStyle>
    <a:lvl1pPr defTabSz="321457">
      <a:defRPr sz="844">
        <a:latin typeface="Helvetica"/>
        <a:ea typeface="Helvetica"/>
        <a:cs typeface="Helvetica"/>
        <a:sym typeface="Helvetica"/>
      </a:defRPr>
    </a:lvl1pPr>
    <a:lvl2pPr indent="160729" defTabSz="321457">
      <a:defRPr sz="844">
        <a:latin typeface="Helvetica"/>
        <a:ea typeface="Helvetica"/>
        <a:cs typeface="Helvetica"/>
        <a:sym typeface="Helvetica"/>
      </a:defRPr>
    </a:lvl2pPr>
    <a:lvl3pPr indent="321457" defTabSz="321457">
      <a:defRPr sz="844">
        <a:latin typeface="Helvetica"/>
        <a:ea typeface="Helvetica"/>
        <a:cs typeface="Helvetica"/>
        <a:sym typeface="Helvetica"/>
      </a:defRPr>
    </a:lvl3pPr>
    <a:lvl4pPr indent="482186" defTabSz="321457">
      <a:defRPr sz="844">
        <a:latin typeface="Helvetica"/>
        <a:ea typeface="Helvetica"/>
        <a:cs typeface="Helvetica"/>
        <a:sym typeface="Helvetica"/>
      </a:defRPr>
    </a:lvl4pPr>
    <a:lvl5pPr indent="642915" defTabSz="321457">
      <a:defRPr sz="844">
        <a:latin typeface="Helvetica"/>
        <a:ea typeface="Helvetica"/>
        <a:cs typeface="Helvetica"/>
        <a:sym typeface="Helvetica"/>
      </a:defRPr>
    </a:lvl5pPr>
    <a:lvl6pPr indent="803643" defTabSz="321457">
      <a:defRPr sz="844">
        <a:latin typeface="Helvetica"/>
        <a:ea typeface="Helvetica"/>
        <a:cs typeface="Helvetica"/>
        <a:sym typeface="Helvetica"/>
      </a:defRPr>
    </a:lvl6pPr>
    <a:lvl7pPr indent="964372" defTabSz="321457">
      <a:defRPr sz="844">
        <a:latin typeface="Helvetica"/>
        <a:ea typeface="Helvetica"/>
        <a:cs typeface="Helvetica"/>
        <a:sym typeface="Helvetica"/>
      </a:defRPr>
    </a:lvl7pPr>
    <a:lvl8pPr indent="1125101" defTabSz="321457">
      <a:defRPr sz="844">
        <a:latin typeface="Helvetica"/>
        <a:ea typeface="Helvetica"/>
        <a:cs typeface="Helvetica"/>
        <a:sym typeface="Helvetica"/>
      </a:defRPr>
    </a:lvl8pPr>
    <a:lvl9pPr indent="1285829" defTabSz="321457">
      <a:defRPr sz="844">
        <a:latin typeface="Helvetica"/>
        <a:ea typeface="Helvetica"/>
        <a:cs typeface="Helvetica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Default Section" id="{5C7B5D19-E944-4FD9-9D02-AEA7E8882AB7}">
          <p14:sldIdLst>
            <p14:sldId id="321"/>
            <p14:sldId id="432"/>
            <p14:sldId id="444"/>
            <p14:sldId id="445"/>
            <p14:sldId id="446"/>
            <p14:sldId id="447"/>
            <p14:sldId id="448"/>
            <p14:sldId id="449"/>
            <p14:sldId id="443"/>
            <p14:sldId id="450"/>
            <p14:sldId id="451"/>
            <p14:sldId id="452"/>
            <p14:sldId id="453"/>
            <p14:sldId id="435"/>
            <p14:sldId id="454"/>
            <p14:sldId id="440"/>
            <p14:sldId id="4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51CF"/>
    <a:srgbClr val="191EA2"/>
    <a:srgbClr val="FF4B01"/>
    <a:srgbClr val="D14C64"/>
    <a:srgbClr val="BDA4E6"/>
    <a:srgbClr val="5A2DA3"/>
    <a:srgbClr val="FFFFFF"/>
    <a:srgbClr val="F37021"/>
    <a:srgbClr val="45A4FC"/>
    <a:srgbClr val="1E2C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59" autoAdjust="0"/>
  </p:normalViewPr>
  <p:slideViewPr>
    <p:cSldViewPr snapToGrid="0">
      <p:cViewPr varScale="1">
        <p:scale>
          <a:sx n="101" d="100"/>
          <a:sy n="101" d="100"/>
        </p:scale>
        <p:origin x="92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2" d="100"/>
          <a:sy n="122" d="100"/>
        </p:scale>
        <p:origin x="4076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98531482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321457">
      <a:defRPr sz="1547">
        <a:latin typeface="Lucida Grande"/>
        <a:ea typeface="Lucida Grande"/>
        <a:cs typeface="Lucida Grande"/>
        <a:sym typeface="Lucida Grande"/>
      </a:defRPr>
    </a:lvl1pPr>
    <a:lvl2pPr indent="160729" defTabSz="321457">
      <a:defRPr sz="1547">
        <a:latin typeface="Lucida Grande"/>
        <a:ea typeface="Lucida Grande"/>
        <a:cs typeface="Lucida Grande"/>
        <a:sym typeface="Lucida Grande"/>
      </a:defRPr>
    </a:lvl2pPr>
    <a:lvl3pPr indent="321457" defTabSz="321457">
      <a:defRPr sz="1547">
        <a:latin typeface="Lucida Grande"/>
        <a:ea typeface="Lucida Grande"/>
        <a:cs typeface="Lucida Grande"/>
        <a:sym typeface="Lucida Grande"/>
      </a:defRPr>
    </a:lvl3pPr>
    <a:lvl4pPr indent="482186" defTabSz="321457">
      <a:defRPr sz="1547">
        <a:latin typeface="Lucida Grande"/>
        <a:ea typeface="Lucida Grande"/>
        <a:cs typeface="Lucida Grande"/>
        <a:sym typeface="Lucida Grande"/>
      </a:defRPr>
    </a:lvl4pPr>
    <a:lvl5pPr indent="642915" defTabSz="321457">
      <a:defRPr sz="1547">
        <a:latin typeface="Lucida Grande"/>
        <a:ea typeface="Lucida Grande"/>
        <a:cs typeface="Lucida Grande"/>
        <a:sym typeface="Lucida Grande"/>
      </a:defRPr>
    </a:lvl5pPr>
    <a:lvl6pPr indent="803643" defTabSz="321457">
      <a:defRPr sz="1547">
        <a:latin typeface="Lucida Grande"/>
        <a:ea typeface="Lucida Grande"/>
        <a:cs typeface="Lucida Grande"/>
        <a:sym typeface="Lucida Grande"/>
      </a:defRPr>
    </a:lvl6pPr>
    <a:lvl7pPr indent="964372" defTabSz="321457">
      <a:defRPr sz="1547">
        <a:latin typeface="Lucida Grande"/>
        <a:ea typeface="Lucida Grande"/>
        <a:cs typeface="Lucida Grande"/>
        <a:sym typeface="Lucida Grande"/>
      </a:defRPr>
    </a:lvl7pPr>
    <a:lvl8pPr indent="1125101" defTabSz="321457">
      <a:defRPr sz="1547">
        <a:latin typeface="Lucida Grande"/>
        <a:ea typeface="Lucida Grande"/>
        <a:cs typeface="Lucida Grande"/>
        <a:sym typeface="Lucida Grande"/>
      </a:defRPr>
    </a:lvl8pPr>
    <a:lvl9pPr indent="1285829" defTabSz="321457">
      <a:defRPr sz="1547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53908" y="7201277"/>
            <a:ext cx="64" cy="194797"/>
          </a:xfrm>
          <a:prstGeom prst="rect">
            <a:avLst/>
          </a:prstGeom>
        </p:spPr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034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74651-A192-4B59-999F-27F2F6F4D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CB352-D126-4987-888C-A2784FB2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50" y="0"/>
            <a:ext cx="9414997" cy="8661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71209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46240A3-74D4-4D24-8F08-F9C0C724B792}"/>
              </a:ext>
            </a:extLst>
          </p:cNvPr>
          <p:cNvSpPr/>
          <p:nvPr userDrawn="1"/>
        </p:nvSpPr>
        <p:spPr>
          <a:xfrm flipV="1">
            <a:off x="0" y="925033"/>
            <a:ext cx="12192000" cy="5289696"/>
          </a:xfrm>
          <a:prstGeom prst="rect">
            <a:avLst/>
          </a:prstGeom>
          <a:solidFill>
            <a:srgbClr val="5A2DA3"/>
          </a:solidFill>
          <a:ln w="25400" cap="flat">
            <a:solidFill>
              <a:srgbClr val="5A2DA3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9556" y="2607598"/>
            <a:ext cx="9132888" cy="1820862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Text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5068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1608138"/>
            <a:ext cx="9132888" cy="1820862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3600"/>
            </a:lvl1pPr>
          </a:lstStyle>
          <a:p>
            <a:pPr lvl="0"/>
            <a:r>
              <a:rPr lang="en-US"/>
              <a:t>Title Text</a:t>
            </a:r>
          </a:p>
          <a:p>
            <a:pPr lvl="0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D0DB4E-8335-4CF5-9322-9D12958597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3428999"/>
            <a:ext cx="9132888" cy="1267146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800"/>
            </a:lvl1pPr>
          </a:lstStyle>
          <a:p>
            <a:pPr lvl="0"/>
            <a:r>
              <a:rPr lang="en-US"/>
              <a:t>Presenter Text</a:t>
            </a:r>
          </a:p>
          <a:p>
            <a:pPr lvl="0"/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D0075DB-70CD-478D-B8AC-D3AC9CEA0A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6700" y="4696145"/>
            <a:ext cx="9132888" cy="889000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400" b="0"/>
            </a:lvl1pPr>
          </a:lstStyle>
          <a:p>
            <a:pPr lvl="0"/>
            <a:r>
              <a:rPr lang="en-US"/>
              <a:t>Author 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669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46240A3-74D4-4D24-8F08-F9C0C724B792}"/>
              </a:ext>
            </a:extLst>
          </p:cNvPr>
          <p:cNvSpPr/>
          <p:nvPr userDrawn="1"/>
        </p:nvSpPr>
        <p:spPr>
          <a:xfrm flipV="1">
            <a:off x="0" y="925033"/>
            <a:ext cx="12192000" cy="5289696"/>
          </a:xfrm>
          <a:prstGeom prst="rect">
            <a:avLst/>
          </a:prstGeom>
          <a:solidFill>
            <a:srgbClr val="5A2DA3"/>
          </a:solidFill>
          <a:ln w="25400" cap="flat">
            <a:solidFill>
              <a:srgbClr val="5A2DA3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1608138"/>
            <a:ext cx="9132888" cy="1820862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Text</a:t>
            </a:r>
          </a:p>
          <a:p>
            <a:pPr lvl="0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D0DB4E-8335-4CF5-9322-9D12958597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3428999"/>
            <a:ext cx="9132888" cy="1267146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Text</a:t>
            </a:r>
          </a:p>
          <a:p>
            <a:pPr lvl="0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D0075DB-70CD-478D-B8AC-D3AC9CEA0A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6700" y="4696145"/>
            <a:ext cx="9132888" cy="889000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Text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4796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text with fancy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74651-A192-4B59-999F-27F2F6F4D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CB352-D126-4987-888C-A2784FB2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941844" cy="866180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502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46240A3-74D4-4D24-8F08-F9C0C724B792}"/>
              </a:ext>
            </a:extLst>
          </p:cNvPr>
          <p:cNvSpPr/>
          <p:nvPr userDrawn="1"/>
        </p:nvSpPr>
        <p:spPr>
          <a:xfrm flipV="1">
            <a:off x="0" y="925033"/>
            <a:ext cx="12192000" cy="5289696"/>
          </a:xfrm>
          <a:prstGeom prst="rect">
            <a:avLst/>
          </a:prstGeom>
          <a:solidFill>
            <a:srgbClr val="5A2DA3"/>
          </a:solidFill>
          <a:ln w="25400" cap="flat">
            <a:solidFill>
              <a:srgbClr val="5A2DA3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9556" y="1608138"/>
            <a:ext cx="9132888" cy="901146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Text</a:t>
            </a:r>
          </a:p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F5DD7-E1EF-4A89-A504-F55F801AD2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8765" y="2509838"/>
            <a:ext cx="9134475" cy="32051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83487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74651-A192-4B59-999F-27F2F6F4D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CB352-D126-4987-888C-A2784FB2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91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3750172" y="153052"/>
            <a:ext cx="4654297" cy="2666431"/>
            <a:chOff x="3750165" y="153042"/>
            <a:chExt cx="4654297" cy="2666431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3830765" y="153042"/>
              <a:ext cx="4510325" cy="1869138"/>
              <a:chOff x="3830765" y="153042"/>
              <a:chExt cx="4510325" cy="1869138"/>
            </a:xfrm>
          </p:grpSpPr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EEA5F129-B69D-46D3-B598-FE7AC117CFFB}"/>
                  </a:ext>
                </a:extLst>
              </p:cNvPr>
              <p:cNvSpPr/>
              <p:nvPr/>
            </p:nvSpPr>
            <p:spPr>
              <a:xfrm rot="5400000">
                <a:off x="4449351" y="17959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17DE2F6E-8409-4871-A50A-2704ABA2B16A}"/>
                  </a:ext>
                </a:extLst>
              </p:cNvPr>
              <p:cNvSpPr/>
              <p:nvPr/>
            </p:nvSpPr>
            <p:spPr>
              <a:xfrm rot="16200000">
                <a:off x="4127186" y="17959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8242403B-CCA9-4687-BD33-1ABA8F626759}"/>
                  </a:ext>
                </a:extLst>
              </p:cNvPr>
              <p:cNvSpPr/>
              <p:nvPr/>
            </p:nvSpPr>
            <p:spPr>
              <a:xfrm rot="16200000">
                <a:off x="4449351" y="366447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453C691D-24CB-462B-A7AE-4023DACD2EEE}"/>
                  </a:ext>
                </a:extLst>
              </p:cNvPr>
              <p:cNvSpPr/>
              <p:nvPr/>
            </p:nvSpPr>
            <p:spPr>
              <a:xfrm rot="5400000">
                <a:off x="4771516" y="3664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F62773CB-CA35-4CA9-99D4-EF3966B5F45A}"/>
                  </a:ext>
                </a:extLst>
              </p:cNvPr>
              <p:cNvSpPr/>
              <p:nvPr/>
            </p:nvSpPr>
            <p:spPr>
              <a:xfrm rot="16200000">
                <a:off x="4771516" y="553300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E961C749-C850-460E-9FE3-59518A7C962B}"/>
                  </a:ext>
                </a:extLst>
              </p:cNvPr>
              <p:cNvSpPr/>
              <p:nvPr/>
            </p:nvSpPr>
            <p:spPr>
              <a:xfrm rot="5400000">
                <a:off x="4771516" y="740155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00563AD1-1BBF-4BA8-9EB1-C741432A4BAA}"/>
                  </a:ext>
                </a:extLst>
              </p:cNvPr>
              <p:cNvSpPr/>
              <p:nvPr/>
            </p:nvSpPr>
            <p:spPr>
              <a:xfrm rot="16200000">
                <a:off x="4771515" y="927009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FF4990E1-D8D0-498B-B173-79708114774C}"/>
                  </a:ext>
                </a:extLst>
              </p:cNvPr>
              <p:cNvSpPr/>
              <p:nvPr/>
            </p:nvSpPr>
            <p:spPr>
              <a:xfrm rot="5400000">
                <a:off x="4771514" y="1113861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6C4776AE-2783-4B83-B7D9-7AEE13333594}"/>
                  </a:ext>
                </a:extLst>
              </p:cNvPr>
              <p:cNvSpPr/>
              <p:nvPr/>
            </p:nvSpPr>
            <p:spPr>
              <a:xfrm rot="5400000">
                <a:off x="4127185" y="3664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96D9A147-54ED-49B2-BABE-632974A10AC0}"/>
                  </a:ext>
                </a:extLst>
              </p:cNvPr>
              <p:cNvSpPr/>
              <p:nvPr/>
            </p:nvSpPr>
            <p:spPr>
              <a:xfrm rot="16200000">
                <a:off x="3805019" y="36644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9EEB982E-EC34-4520-9700-DB394DD5B9DE}"/>
                  </a:ext>
                </a:extLst>
              </p:cNvPr>
              <p:cNvSpPr/>
              <p:nvPr/>
            </p:nvSpPr>
            <p:spPr>
              <a:xfrm rot="5400000">
                <a:off x="3802388" y="555925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A72467F0-1D54-423E-AB87-2D25FA0F7DF8}"/>
                  </a:ext>
                </a:extLst>
              </p:cNvPr>
              <p:cNvSpPr/>
              <p:nvPr/>
            </p:nvSpPr>
            <p:spPr>
              <a:xfrm rot="16200000">
                <a:off x="3802389" y="742773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03A59A7C-1802-42EA-AF09-7F6A1E886251}"/>
                  </a:ext>
                </a:extLst>
              </p:cNvPr>
              <p:cNvSpPr/>
              <p:nvPr/>
            </p:nvSpPr>
            <p:spPr>
              <a:xfrm rot="16200000">
                <a:off x="3802388" y="1116462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04CE007B-6CDC-4351-8EA0-D53F02F1A706}"/>
                  </a:ext>
                </a:extLst>
              </p:cNvPr>
              <p:cNvSpPr/>
              <p:nvPr/>
            </p:nvSpPr>
            <p:spPr>
              <a:xfrm rot="5400000">
                <a:off x="3802388" y="929625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2" name="Isosceles Triangle 41">
                <a:extLst>
                  <a:ext uri="{FF2B5EF4-FFF2-40B4-BE49-F238E27FC236}">
                    <a16:creationId xmlns:a16="http://schemas.microsoft.com/office/drawing/2014/main" id="{D8C60621-C544-41EE-9B24-56E6C112AE20}"/>
                  </a:ext>
                </a:extLst>
              </p:cNvPr>
              <p:cNvSpPr/>
              <p:nvPr/>
            </p:nvSpPr>
            <p:spPr>
              <a:xfrm rot="5400000">
                <a:off x="4124552" y="1116462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B5509CCE-7EB4-4B00-AE2D-E4490499C98C}"/>
                  </a:ext>
                </a:extLst>
              </p:cNvPr>
              <p:cNvSpPr/>
              <p:nvPr/>
            </p:nvSpPr>
            <p:spPr>
              <a:xfrm rot="16200000">
                <a:off x="4446718" y="1116458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CC363E33-CF04-4B65-98EB-023E7DB1DFFB}"/>
                  </a:ext>
                </a:extLst>
              </p:cNvPr>
              <p:cNvSpPr/>
              <p:nvPr/>
            </p:nvSpPr>
            <p:spPr>
              <a:xfrm rot="5400000">
                <a:off x="4446905" y="939257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0102B108-B666-4939-951F-68DEB69E0047}"/>
                  </a:ext>
                </a:extLst>
              </p:cNvPr>
              <p:cNvSpPr/>
              <p:nvPr/>
            </p:nvSpPr>
            <p:spPr>
              <a:xfrm rot="16200000">
                <a:off x="4124548" y="929585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0FE17111-1279-4843-83EB-A8CB05BD2461}"/>
                  </a:ext>
                </a:extLst>
              </p:cNvPr>
              <p:cNvSpPr/>
              <p:nvPr/>
            </p:nvSpPr>
            <p:spPr>
              <a:xfrm rot="16200000">
                <a:off x="4771513" y="1300667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4A4F31E0-0525-4F5C-8A99-0E8DA5D16080}"/>
                  </a:ext>
                </a:extLst>
              </p:cNvPr>
              <p:cNvSpPr/>
              <p:nvPr/>
            </p:nvSpPr>
            <p:spPr>
              <a:xfrm rot="5400000">
                <a:off x="4771512" y="1487481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53365DB6-24C8-48BF-888A-1BA65BC384BA}"/>
                  </a:ext>
                </a:extLst>
              </p:cNvPr>
              <p:cNvSpPr/>
              <p:nvPr/>
            </p:nvSpPr>
            <p:spPr>
              <a:xfrm rot="16200000">
                <a:off x="4771512" y="1674242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38696BEF-52F1-4559-8DF1-0B2BB3734278}"/>
                  </a:ext>
                </a:extLst>
              </p:cNvPr>
              <p:cNvSpPr/>
              <p:nvPr/>
            </p:nvSpPr>
            <p:spPr>
              <a:xfrm rot="5400000">
                <a:off x="3805005" y="1300652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641E2135-60EA-4983-8C07-D6C9B9D8C649}"/>
                  </a:ext>
                </a:extLst>
              </p:cNvPr>
              <p:cNvSpPr/>
              <p:nvPr/>
            </p:nvSpPr>
            <p:spPr>
              <a:xfrm rot="16200000">
                <a:off x="3804992" y="1487464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AE120624-07DE-4657-8F5C-06E1BFD8AF27}"/>
                  </a:ext>
                </a:extLst>
              </p:cNvPr>
              <p:cNvSpPr/>
              <p:nvPr/>
            </p:nvSpPr>
            <p:spPr>
              <a:xfrm rot="5400000">
                <a:off x="3804992" y="1674221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C564AAC8-884D-4DAA-8792-E29259851823}"/>
                  </a:ext>
                </a:extLst>
              </p:cNvPr>
              <p:cNvSpPr/>
              <p:nvPr/>
            </p:nvSpPr>
            <p:spPr>
              <a:xfrm rot="5400000">
                <a:off x="5415838" y="552556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536FA4BC-1EE2-4801-B57A-9717D25EEFC2}"/>
                  </a:ext>
                </a:extLst>
              </p:cNvPr>
              <p:cNvSpPr/>
              <p:nvPr/>
            </p:nvSpPr>
            <p:spPr>
              <a:xfrm rot="5400000">
                <a:off x="6060169" y="1788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BCD0475C-303E-4298-850D-5EBD7BD901DA}"/>
                  </a:ext>
                </a:extLst>
              </p:cNvPr>
              <p:cNvSpPr/>
              <p:nvPr/>
            </p:nvSpPr>
            <p:spPr>
              <a:xfrm rot="16200000">
                <a:off x="5738004" y="178845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B2E404C2-5393-41E7-8989-2AB1E1A40BCF}"/>
                  </a:ext>
                </a:extLst>
              </p:cNvPr>
              <p:cNvSpPr/>
              <p:nvPr/>
            </p:nvSpPr>
            <p:spPr>
              <a:xfrm rot="16200000">
                <a:off x="6060169" y="36570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AC678C4C-F2C2-4686-9FFC-D7A3982F3916}"/>
                  </a:ext>
                </a:extLst>
              </p:cNvPr>
              <p:cNvSpPr/>
              <p:nvPr/>
            </p:nvSpPr>
            <p:spPr>
              <a:xfrm rot="5400000">
                <a:off x="6382334" y="365700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7" name="Isosceles Triangle 56">
                <a:extLst>
                  <a:ext uri="{FF2B5EF4-FFF2-40B4-BE49-F238E27FC236}">
                    <a16:creationId xmlns:a16="http://schemas.microsoft.com/office/drawing/2014/main" id="{B59AA72B-1AFB-4D52-9C48-658BF1FD0A54}"/>
                  </a:ext>
                </a:extLst>
              </p:cNvPr>
              <p:cNvSpPr/>
              <p:nvPr/>
            </p:nvSpPr>
            <p:spPr>
              <a:xfrm rot="5400000">
                <a:off x="5738003" y="365700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139235AE-FF4B-4115-963A-1E59882800E2}"/>
                  </a:ext>
                </a:extLst>
              </p:cNvPr>
              <p:cNvSpPr/>
              <p:nvPr/>
            </p:nvSpPr>
            <p:spPr>
              <a:xfrm rot="16200000">
                <a:off x="5415837" y="36569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26AE8C7A-A2B3-4518-A691-CAD8DADB84DD}"/>
                  </a:ext>
                </a:extLst>
              </p:cNvPr>
              <p:cNvSpPr/>
              <p:nvPr/>
            </p:nvSpPr>
            <p:spPr>
              <a:xfrm rot="16200000">
                <a:off x="6382333" y="55255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46652A8C-4804-474D-AFD5-96CCBCCC6AD5}"/>
                  </a:ext>
                </a:extLst>
              </p:cNvPr>
              <p:cNvSpPr/>
              <p:nvPr/>
            </p:nvSpPr>
            <p:spPr>
              <a:xfrm rot="5400000">
                <a:off x="6382333" y="73940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6272B7D7-9957-4DB9-AC5E-045FB0457883}"/>
                  </a:ext>
                </a:extLst>
              </p:cNvPr>
              <p:cNvSpPr/>
              <p:nvPr/>
            </p:nvSpPr>
            <p:spPr>
              <a:xfrm rot="16200000">
                <a:off x="6382333" y="92625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FE8076F4-712D-46B5-A683-34012BDAD034}"/>
                  </a:ext>
                </a:extLst>
              </p:cNvPr>
              <p:cNvSpPr/>
              <p:nvPr/>
            </p:nvSpPr>
            <p:spPr>
              <a:xfrm rot="5400000">
                <a:off x="6383879" y="1113103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C5E2CE46-D1DF-4154-BB42-F4DBB23840CE}"/>
                  </a:ext>
                </a:extLst>
              </p:cNvPr>
              <p:cNvSpPr/>
              <p:nvPr/>
            </p:nvSpPr>
            <p:spPr>
              <a:xfrm rot="16200000">
                <a:off x="6060164" y="1113098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02FEFC13-B25A-4129-9048-FFCDEFF7965C}"/>
                  </a:ext>
                </a:extLst>
              </p:cNvPr>
              <p:cNvSpPr/>
              <p:nvPr/>
            </p:nvSpPr>
            <p:spPr>
              <a:xfrm rot="5400000">
                <a:off x="6059393" y="129993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D9C1DBD-AAA7-4BEE-B579-6A4675275736}"/>
                  </a:ext>
                </a:extLst>
              </p:cNvPr>
              <p:cNvSpPr/>
              <p:nvPr/>
            </p:nvSpPr>
            <p:spPr>
              <a:xfrm rot="16200000">
                <a:off x="6059393" y="148678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A40C5956-5BB0-45E9-8396-A6BB0BE54E97}"/>
                  </a:ext>
                </a:extLst>
              </p:cNvPr>
              <p:cNvSpPr/>
              <p:nvPr/>
            </p:nvSpPr>
            <p:spPr>
              <a:xfrm rot="5400000">
                <a:off x="6382333" y="148678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73ABA9FF-6F1C-4E92-BE95-56221B3A0407}"/>
                  </a:ext>
                </a:extLst>
              </p:cNvPr>
              <p:cNvSpPr/>
              <p:nvPr/>
            </p:nvSpPr>
            <p:spPr>
              <a:xfrm rot="16200000">
                <a:off x="6382333" y="167359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33F45D4A-D5A2-4D41-90D1-253D6106AC13}"/>
                  </a:ext>
                </a:extLst>
              </p:cNvPr>
              <p:cNvSpPr/>
              <p:nvPr/>
            </p:nvSpPr>
            <p:spPr>
              <a:xfrm rot="16200000">
                <a:off x="5415063" y="739382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8415ADA4-C29E-48BC-9DCA-FFA00C949B47}"/>
                  </a:ext>
                </a:extLst>
              </p:cNvPr>
              <p:cNvSpPr/>
              <p:nvPr/>
            </p:nvSpPr>
            <p:spPr>
              <a:xfrm rot="5400000">
                <a:off x="5414678" y="92623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351412A-CB55-4917-8F10-C71E2963328C}"/>
                  </a:ext>
                </a:extLst>
              </p:cNvPr>
              <p:cNvSpPr/>
              <p:nvPr/>
            </p:nvSpPr>
            <p:spPr>
              <a:xfrm rot="16200000">
                <a:off x="5414485" y="1113085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1" name="Isosceles Triangle 70">
                <a:extLst>
                  <a:ext uri="{FF2B5EF4-FFF2-40B4-BE49-F238E27FC236}">
                    <a16:creationId xmlns:a16="http://schemas.microsoft.com/office/drawing/2014/main" id="{049AD1B7-7A10-4EA7-9FEB-4F0169CA934C}"/>
                  </a:ext>
                </a:extLst>
              </p:cNvPr>
              <p:cNvSpPr/>
              <p:nvPr/>
            </p:nvSpPr>
            <p:spPr>
              <a:xfrm rot="5400000">
                <a:off x="5736650" y="11130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2" name="Isosceles Triangle 71">
                <a:extLst>
                  <a:ext uri="{FF2B5EF4-FFF2-40B4-BE49-F238E27FC236}">
                    <a16:creationId xmlns:a16="http://schemas.microsoft.com/office/drawing/2014/main" id="{63C31B12-6B0F-4325-9726-2195A13A248D}"/>
                  </a:ext>
                </a:extLst>
              </p:cNvPr>
              <p:cNvSpPr/>
              <p:nvPr/>
            </p:nvSpPr>
            <p:spPr>
              <a:xfrm rot="16200000">
                <a:off x="5736453" y="129987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9BE1C940-41D8-49E1-956F-1E3B84807CA1}"/>
                  </a:ext>
                </a:extLst>
              </p:cNvPr>
              <p:cNvSpPr/>
              <p:nvPr/>
            </p:nvSpPr>
            <p:spPr>
              <a:xfrm rot="5400000">
                <a:off x="5413512" y="129986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4" name="Isosceles Triangle 73">
                <a:extLst>
                  <a:ext uri="{FF2B5EF4-FFF2-40B4-BE49-F238E27FC236}">
                    <a16:creationId xmlns:a16="http://schemas.microsoft.com/office/drawing/2014/main" id="{98F83143-A1B0-4C97-805A-115AD67202C3}"/>
                  </a:ext>
                </a:extLst>
              </p:cNvPr>
              <p:cNvSpPr/>
              <p:nvPr/>
            </p:nvSpPr>
            <p:spPr>
              <a:xfrm rot="16200000">
                <a:off x="5411962" y="148663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9EBEEEA2-9483-4DAA-9440-5CF1E5B7BBE6}"/>
                  </a:ext>
                </a:extLst>
              </p:cNvPr>
              <p:cNvSpPr/>
              <p:nvPr/>
            </p:nvSpPr>
            <p:spPr>
              <a:xfrm rot="5400000">
                <a:off x="5411184" y="1671183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FFAB2C3-D5B6-47A3-9F8B-30FB06EAE3AD}"/>
                  </a:ext>
                </a:extLst>
              </p:cNvPr>
              <p:cNvSpPr/>
              <p:nvPr/>
            </p:nvSpPr>
            <p:spPr>
              <a:xfrm rot="5400000">
                <a:off x="7670987" y="178816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9B5036F5-4303-4E3D-A996-4BA948D3AF57}"/>
                  </a:ext>
                </a:extLst>
              </p:cNvPr>
              <p:cNvSpPr/>
              <p:nvPr/>
            </p:nvSpPr>
            <p:spPr>
              <a:xfrm rot="16200000">
                <a:off x="7348822" y="178815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87E6F76D-D64B-465D-B513-43831F706608}"/>
                  </a:ext>
                </a:extLst>
              </p:cNvPr>
              <p:cNvSpPr/>
              <p:nvPr/>
            </p:nvSpPr>
            <p:spPr>
              <a:xfrm rot="16200000">
                <a:off x="7670987" y="365671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E9011ED1-EBB7-4965-80D2-773D83F72A64}"/>
                  </a:ext>
                </a:extLst>
              </p:cNvPr>
              <p:cNvSpPr/>
              <p:nvPr/>
            </p:nvSpPr>
            <p:spPr>
              <a:xfrm rot="5400000">
                <a:off x="7993152" y="365670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0AFFA867-F36A-461C-A5EB-2D1C3AC0406D}"/>
                  </a:ext>
                </a:extLst>
              </p:cNvPr>
              <p:cNvSpPr/>
              <p:nvPr/>
            </p:nvSpPr>
            <p:spPr>
              <a:xfrm rot="5400000">
                <a:off x="7348821" y="365670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1" name="Isosceles Triangle 80">
                <a:extLst>
                  <a:ext uri="{FF2B5EF4-FFF2-40B4-BE49-F238E27FC236}">
                    <a16:creationId xmlns:a16="http://schemas.microsoft.com/office/drawing/2014/main" id="{656920B9-99D3-498E-82B2-6016258F0AA4}"/>
                  </a:ext>
                </a:extLst>
              </p:cNvPr>
              <p:cNvSpPr/>
              <p:nvPr/>
            </p:nvSpPr>
            <p:spPr>
              <a:xfrm rot="16200000">
                <a:off x="7026655" y="365667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3F77B3D7-214F-4C0E-8589-BA6741B3C217}"/>
                  </a:ext>
                </a:extLst>
              </p:cNvPr>
              <p:cNvSpPr/>
              <p:nvPr/>
            </p:nvSpPr>
            <p:spPr>
              <a:xfrm rot="5400000">
                <a:off x="7029764" y="55252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6A1F22BA-1563-4E1C-B895-09092B032CE4}"/>
                  </a:ext>
                </a:extLst>
              </p:cNvPr>
              <p:cNvSpPr/>
              <p:nvPr/>
            </p:nvSpPr>
            <p:spPr>
              <a:xfrm rot="16200000">
                <a:off x="7028989" y="73935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1B03B5B3-7D5C-4849-8946-7453D23836CE}"/>
                  </a:ext>
                </a:extLst>
              </p:cNvPr>
              <p:cNvSpPr/>
              <p:nvPr/>
            </p:nvSpPr>
            <p:spPr>
              <a:xfrm rot="5400000">
                <a:off x="7028604" y="92620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5" name="Isosceles Triangle 84">
                <a:extLst>
                  <a:ext uri="{FF2B5EF4-FFF2-40B4-BE49-F238E27FC236}">
                    <a16:creationId xmlns:a16="http://schemas.microsoft.com/office/drawing/2014/main" id="{82D324C5-C2BF-4740-B189-69D06CE8345F}"/>
                  </a:ext>
                </a:extLst>
              </p:cNvPr>
              <p:cNvSpPr/>
              <p:nvPr/>
            </p:nvSpPr>
            <p:spPr>
              <a:xfrm rot="16200000">
                <a:off x="7026654" y="111061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6" name="Isosceles Triangle 85">
                <a:extLst>
                  <a:ext uri="{FF2B5EF4-FFF2-40B4-BE49-F238E27FC236}">
                    <a16:creationId xmlns:a16="http://schemas.microsoft.com/office/drawing/2014/main" id="{5B204B05-53A8-40A8-8385-DF9C65019327}"/>
                  </a:ext>
                </a:extLst>
              </p:cNvPr>
              <p:cNvSpPr/>
              <p:nvPr/>
            </p:nvSpPr>
            <p:spPr>
              <a:xfrm rot="5400000">
                <a:off x="7027438" y="1299832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E8A0F616-6C51-4594-BBE9-FE2363F4FADD}"/>
                  </a:ext>
                </a:extLst>
              </p:cNvPr>
              <p:cNvSpPr/>
              <p:nvPr/>
            </p:nvSpPr>
            <p:spPr>
              <a:xfrm rot="16200000">
                <a:off x="7029764" y="148658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8" name="Isosceles Triangle 87">
                <a:extLst>
                  <a:ext uri="{FF2B5EF4-FFF2-40B4-BE49-F238E27FC236}">
                    <a16:creationId xmlns:a16="http://schemas.microsoft.com/office/drawing/2014/main" id="{6FC84557-5A1E-4F50-BA9D-2FEB2B19996F}"/>
                  </a:ext>
                </a:extLst>
              </p:cNvPr>
              <p:cNvSpPr/>
              <p:nvPr/>
            </p:nvSpPr>
            <p:spPr>
              <a:xfrm rot="5400000">
                <a:off x="7346112" y="1484323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0A7D9225-30D6-4C44-B7B6-8E16118AA127}"/>
                  </a:ext>
                </a:extLst>
              </p:cNvPr>
              <p:cNvSpPr/>
              <p:nvPr/>
            </p:nvSpPr>
            <p:spPr>
              <a:xfrm rot="16200000">
                <a:off x="7346112" y="1671183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90" name="Isosceles Triangle 89">
                <a:extLst>
                  <a:ext uri="{FF2B5EF4-FFF2-40B4-BE49-F238E27FC236}">
                    <a16:creationId xmlns:a16="http://schemas.microsoft.com/office/drawing/2014/main" id="{D442C836-D240-4BC4-A7F0-D85996DD3924}"/>
                  </a:ext>
                </a:extLst>
              </p:cNvPr>
              <p:cNvSpPr/>
              <p:nvPr/>
            </p:nvSpPr>
            <p:spPr>
              <a:xfrm rot="5400000">
                <a:off x="7672543" y="167118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91" name="Isosceles Triangle 90">
                <a:extLst>
                  <a:ext uri="{FF2B5EF4-FFF2-40B4-BE49-F238E27FC236}">
                    <a16:creationId xmlns:a16="http://schemas.microsoft.com/office/drawing/2014/main" id="{055EDEDE-56BF-482C-AA13-16413F0E590E}"/>
                  </a:ext>
                </a:extLst>
              </p:cNvPr>
              <p:cNvSpPr/>
              <p:nvPr/>
            </p:nvSpPr>
            <p:spPr>
              <a:xfrm rot="16200000">
                <a:off x="7677970" y="1484332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2FDA096F-C8A8-4DE6-B4A2-CAB5D303C71B}"/>
                  </a:ext>
                </a:extLst>
              </p:cNvPr>
              <p:cNvSpPr/>
              <p:nvPr/>
            </p:nvSpPr>
            <p:spPr>
              <a:xfrm rot="5400000">
                <a:off x="7993152" y="1484332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</p:grp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B1F2820-850B-4CDA-B417-DDF60BF1D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0165" y="2126059"/>
              <a:ext cx="4654297" cy="693414"/>
            </a:xfrm>
            <a:prstGeom prst="rect">
              <a:avLst/>
            </a:prstGeom>
          </p:spPr>
        </p:pic>
      </p:grpSp>
      <p:sp>
        <p:nvSpPr>
          <p:cNvPr id="2" name="Oval 1"/>
          <p:cNvSpPr/>
          <p:nvPr userDrawn="1"/>
        </p:nvSpPr>
        <p:spPr>
          <a:xfrm>
            <a:off x="5966619" y="2123224"/>
            <a:ext cx="73047" cy="1009848"/>
          </a:xfrm>
          <a:prstGeom prst="ellipse">
            <a:avLst/>
          </a:prstGeom>
          <a:solidFill>
            <a:schemeClr val="bg1"/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171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 userDrawn="1"/>
        </p:nvCxnSpPr>
        <p:spPr>
          <a:xfrm>
            <a:off x="650311" y="2875158"/>
            <a:ext cx="10982528" cy="0"/>
          </a:xfrm>
          <a:prstGeom prst="line">
            <a:avLst/>
          </a:prstGeom>
          <a:noFill/>
          <a:ln w="25400" cap="rnd">
            <a:solidFill>
              <a:srgbClr val="5A2DA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008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 spd="med"/>
  <p:hf hdr="0" ftr="0" dt="0"/>
  <p:txStyles>
    <p:titleStyle>
      <a:lvl1pPr defTabSz="410730" eaLnBrk="1" hangingPunct="1">
        <a:defRPr sz="4400" b="1">
          <a:solidFill>
            <a:srgbClr val="FFFFFF"/>
          </a:solidFill>
          <a:latin typeface="Arial"/>
          <a:ea typeface="+mn-ea"/>
          <a:cs typeface="Arial"/>
          <a:sym typeface="Gill Sans Light"/>
        </a:defRPr>
      </a:lvl1pPr>
      <a:lvl2pPr indent="16072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4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6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88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0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24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04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76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62502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800" b="1"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1pPr>
      <a:lvl2pPr marL="937538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400" b="1">
          <a:solidFill>
            <a:srgbClr val="191EA2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2pPr>
      <a:lvl3pPr marL="1250050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800" b="1">
          <a:solidFill>
            <a:srgbClr val="FF4B0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3pPr>
      <a:lvl4pPr marL="1562562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600" b="1">
          <a:solidFill>
            <a:srgbClr val="7030A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4pPr>
      <a:lvl5pPr marL="187507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400" b="1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5pPr>
      <a:lvl6pPr marL="2125086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09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10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113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4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6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88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0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24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04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76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1762299" y="0"/>
            <a:ext cx="9179548" cy="86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127000" tIns="127000" rIns="127000" bIns="127000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781" dirty="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5996619" y="6510169"/>
            <a:ext cx="198772" cy="194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30">
              <a:defRPr sz="1265" baseline="0">
                <a:solidFill>
                  <a:srgbClr val="191EA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5A61919A-E88E-41BD-A444-D5D1392CB19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556EF4-C8C6-41A9-8730-F4ECA9AAC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975"/>
          <a:stretch/>
        </p:blipFill>
        <p:spPr>
          <a:xfrm>
            <a:off x="606399" y="6316256"/>
            <a:ext cx="1195495" cy="50229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/>
        </p:nvCxnSpPr>
        <p:spPr>
          <a:xfrm>
            <a:off x="606392" y="6195002"/>
            <a:ext cx="10982528" cy="0"/>
          </a:xfrm>
          <a:prstGeom prst="line">
            <a:avLst/>
          </a:prstGeom>
          <a:noFill/>
          <a:ln w="25400" cap="rnd">
            <a:solidFill>
              <a:srgbClr val="191EA2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9EA94E3E-7601-46C3-AF7C-06F8871ACD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026" b="1135"/>
          <a:stretch/>
        </p:blipFill>
        <p:spPr>
          <a:xfrm>
            <a:off x="1873651" y="6602561"/>
            <a:ext cx="1337935" cy="198905"/>
          </a:xfrm>
          <a:prstGeom prst="rect">
            <a:avLst/>
          </a:prstGeom>
        </p:spPr>
      </p:pic>
      <p:sp>
        <p:nvSpPr>
          <p:cNvPr id="95" name="Shape 13">
            <a:extLst>
              <a:ext uri="{FF2B5EF4-FFF2-40B4-BE49-F238E27FC236}">
                <a16:creationId xmlns:a16="http://schemas.microsoft.com/office/drawing/2014/main" id="{B387110C-E361-48FF-93B8-15DC20F5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088" y="1086022"/>
            <a:ext cx="11657824" cy="507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4B7C4B9-C92D-44EE-A944-6E9E129B0190}"/>
              </a:ext>
            </a:extLst>
          </p:cNvPr>
          <p:cNvGrpSpPr/>
          <p:nvPr userDrawn="1"/>
        </p:nvGrpSpPr>
        <p:grpSpPr>
          <a:xfrm rot="16200000" flipV="1">
            <a:off x="424712" y="-424712"/>
            <a:ext cx="918658" cy="1768081"/>
            <a:chOff x="10208215" y="409493"/>
            <a:chExt cx="644341" cy="752676"/>
          </a:xfrm>
        </p:grpSpPr>
        <p:sp>
          <p:nvSpPr>
            <p:cNvPr id="179" name="Isosceles Triangle 178">
              <a:extLst>
                <a:ext uri="{FF2B5EF4-FFF2-40B4-BE49-F238E27FC236}">
                  <a16:creationId xmlns:a16="http://schemas.microsoft.com/office/drawing/2014/main" id="{F93E7285-7C09-420F-82F1-266986CCB14A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0" name="Isosceles Triangle 179">
              <a:extLst>
                <a:ext uri="{FF2B5EF4-FFF2-40B4-BE49-F238E27FC236}">
                  <a16:creationId xmlns:a16="http://schemas.microsoft.com/office/drawing/2014/main" id="{3831B438-36DF-41C1-957B-174CAAA75B1A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2567F0D4-587C-4D42-8CF4-D7B18B46BD5C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B5DC08D3-2FC6-472C-B81E-E9D3C8D6320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 userDrawn="1"/>
        </p:nvCxnSpPr>
        <p:spPr>
          <a:xfrm>
            <a:off x="1285416" y="885613"/>
            <a:ext cx="10303505" cy="0"/>
          </a:xfrm>
          <a:prstGeom prst="line">
            <a:avLst/>
          </a:prstGeom>
          <a:noFill/>
          <a:ln w="25400" cap="rnd">
            <a:solidFill>
              <a:srgbClr val="191EA2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 spd="med"/>
  <p:hf hdr="0" ftr="0" dt="0"/>
  <p:txStyles>
    <p:titleStyle>
      <a:lvl1pPr defTabSz="410730" eaLnBrk="1" hangingPunct="1">
        <a:defRPr sz="4400" b="1" baseline="0">
          <a:solidFill>
            <a:srgbClr val="191EA2"/>
          </a:solidFill>
          <a:latin typeface="Arial"/>
          <a:ea typeface="+mn-ea"/>
          <a:cs typeface="Arial"/>
          <a:sym typeface="Gill Sans Light"/>
        </a:defRPr>
      </a:lvl1pPr>
      <a:lvl2pPr indent="16072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4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6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88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0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24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04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76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457200" indent="-401803" defTabSz="410730" eaLnBrk="1" hangingPunct="1">
        <a:spcBef>
          <a:spcPts val="600"/>
        </a:spcBef>
        <a:buSzPct val="100000"/>
        <a:buFont typeface="Wingdings" panose="05000000000000000000" pitchFamily="2" charset="2"/>
        <a:buChar char="§"/>
        <a:defRPr sz="2800" b="0"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1pPr>
      <a:lvl2pPr marL="742950" indent="-280988" defTabSz="410730" eaLnBrk="1" hangingPunct="1">
        <a:spcBef>
          <a:spcPts val="300"/>
        </a:spcBef>
        <a:buSzPct val="50000"/>
        <a:buFont typeface="Wingdings" panose="05000000000000000000" pitchFamily="2" charset="2"/>
        <a:buChar char="q"/>
        <a:defRPr sz="2400" b="0">
          <a:solidFill>
            <a:srgbClr val="191EA2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2pPr>
      <a:lvl3pPr marL="1085850" indent="-282575" defTabSz="410730" eaLnBrk="1" hangingPunct="1">
        <a:spcBef>
          <a:spcPts val="300"/>
        </a:spcBef>
        <a:buSzPct val="100000"/>
        <a:buFont typeface="Wingdings" panose="05000000000000000000" pitchFamily="2" charset="2"/>
        <a:buChar char="§"/>
        <a:defRPr sz="1800" b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3pPr>
      <a:lvl4pPr marL="1427163" indent="-266700" defTabSz="410730" eaLnBrk="1" hangingPunct="1">
        <a:spcBef>
          <a:spcPts val="300"/>
        </a:spcBef>
        <a:buSzPct val="100000"/>
        <a:buFont typeface="Wingdings" panose="05000000000000000000" pitchFamily="2" charset="2"/>
        <a:buChar char="§"/>
        <a:defRPr sz="1600" b="0">
          <a:solidFill>
            <a:srgbClr val="7030A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4pPr>
      <a:lvl5pPr marL="1657350" indent="-230188" defTabSz="410730" eaLnBrk="1" hangingPunct="1">
        <a:spcBef>
          <a:spcPts val="300"/>
        </a:spcBef>
        <a:buSzPct val="100000"/>
        <a:buFont typeface="Wingdings" panose="05000000000000000000" pitchFamily="2" charset="2"/>
        <a:buChar char="§"/>
        <a:defRPr sz="1400" b="0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5pPr>
      <a:lvl6pPr marL="2125086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09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10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113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4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6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88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0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24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04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76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5996615" y="6510169"/>
            <a:ext cx="198772" cy="194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30">
              <a:defRPr sz="1265" baseline="0">
                <a:solidFill>
                  <a:srgbClr val="5A2DA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556EF4-C8C6-41A9-8730-F4ECA9AAC07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26975"/>
          <a:stretch/>
        </p:blipFill>
        <p:spPr>
          <a:xfrm>
            <a:off x="606399" y="6316256"/>
            <a:ext cx="1195495" cy="50229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/>
        </p:nvCxnSpPr>
        <p:spPr>
          <a:xfrm>
            <a:off x="606392" y="6195002"/>
            <a:ext cx="10982528" cy="0"/>
          </a:xfrm>
          <a:prstGeom prst="line">
            <a:avLst/>
          </a:prstGeom>
          <a:noFill/>
          <a:ln w="25400" cap="rnd">
            <a:solidFill>
              <a:srgbClr val="5A2DA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9EA94E3E-7601-46C3-AF7C-06F8871ACD5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3026" b="1135"/>
          <a:stretch/>
        </p:blipFill>
        <p:spPr>
          <a:xfrm>
            <a:off x="1873651" y="6602561"/>
            <a:ext cx="1337935" cy="198905"/>
          </a:xfrm>
          <a:prstGeom prst="rect">
            <a:avLst/>
          </a:prstGeom>
        </p:spPr>
      </p:pic>
      <p:sp>
        <p:nvSpPr>
          <p:cNvPr id="95" name="Shape 13">
            <a:extLst>
              <a:ext uri="{FF2B5EF4-FFF2-40B4-BE49-F238E27FC236}">
                <a16:creationId xmlns:a16="http://schemas.microsoft.com/office/drawing/2014/main" id="{B387110C-E361-48FF-93B8-15DC20F5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088" y="1086022"/>
            <a:ext cx="11657824" cy="507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1069935-43E3-47A0-B76A-BFEFFB6097FD}"/>
              </a:ext>
            </a:extLst>
          </p:cNvPr>
          <p:cNvGrpSpPr/>
          <p:nvPr userDrawn="1"/>
        </p:nvGrpSpPr>
        <p:grpSpPr>
          <a:xfrm rot="16200000" flipV="1">
            <a:off x="11360666" y="-439005"/>
            <a:ext cx="918649" cy="1768081"/>
            <a:chOff x="10208215" y="409493"/>
            <a:chExt cx="644333" cy="752676"/>
          </a:xfrm>
        </p:grpSpPr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61465EC-7A57-45F5-BAE1-BFD471B68CDF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325AB880-31B1-4635-A502-38A40DC89A31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0F630910-3C43-4B4F-9D27-8506DC444313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528B9B50-71F5-42E2-B3E3-F7D869742171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14368A5-115F-4DDF-BE32-B8B38925F392}"/>
              </a:ext>
            </a:extLst>
          </p:cNvPr>
          <p:cNvGrpSpPr/>
          <p:nvPr userDrawn="1"/>
        </p:nvGrpSpPr>
        <p:grpSpPr>
          <a:xfrm rot="16200000" flipV="1">
            <a:off x="12217911" y="-426163"/>
            <a:ext cx="892973" cy="1768081"/>
            <a:chOff x="10208215" y="409493"/>
            <a:chExt cx="644333" cy="752676"/>
          </a:xfrm>
        </p:grpSpPr>
        <p:sp>
          <p:nvSpPr>
            <p:cNvPr id="174" name="Isosceles Triangle 173">
              <a:extLst>
                <a:ext uri="{FF2B5EF4-FFF2-40B4-BE49-F238E27FC236}">
                  <a16:creationId xmlns:a16="http://schemas.microsoft.com/office/drawing/2014/main" id="{3B4A4583-563E-4F0D-A9F9-C025D4D15F8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5" name="Isosceles Triangle 174">
              <a:extLst>
                <a:ext uri="{FF2B5EF4-FFF2-40B4-BE49-F238E27FC236}">
                  <a16:creationId xmlns:a16="http://schemas.microsoft.com/office/drawing/2014/main" id="{5BBA86F6-6F4E-4D9D-80DE-EEAB7975A591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6" name="Isosceles Triangle 175">
              <a:extLst>
                <a:ext uri="{FF2B5EF4-FFF2-40B4-BE49-F238E27FC236}">
                  <a16:creationId xmlns:a16="http://schemas.microsoft.com/office/drawing/2014/main" id="{9072CBF9-F84A-492F-8CB3-2F9AF2155CC4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7" name="Isosceles Triangle 176">
              <a:extLst>
                <a:ext uri="{FF2B5EF4-FFF2-40B4-BE49-F238E27FC236}">
                  <a16:creationId xmlns:a16="http://schemas.microsoft.com/office/drawing/2014/main" id="{EFC1103F-6C8E-4E08-8E72-3EEA1FE41B42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4B7C4B9-C92D-44EE-A944-6E9E129B0190}"/>
              </a:ext>
            </a:extLst>
          </p:cNvPr>
          <p:cNvGrpSpPr/>
          <p:nvPr userDrawn="1"/>
        </p:nvGrpSpPr>
        <p:grpSpPr>
          <a:xfrm rot="16200000" flipV="1">
            <a:off x="10476623" y="-438995"/>
            <a:ext cx="918658" cy="1768081"/>
            <a:chOff x="10208215" y="409493"/>
            <a:chExt cx="644341" cy="752676"/>
          </a:xfrm>
        </p:grpSpPr>
        <p:sp>
          <p:nvSpPr>
            <p:cNvPr id="179" name="Isosceles Triangle 178">
              <a:extLst>
                <a:ext uri="{FF2B5EF4-FFF2-40B4-BE49-F238E27FC236}">
                  <a16:creationId xmlns:a16="http://schemas.microsoft.com/office/drawing/2014/main" id="{F93E7285-7C09-420F-82F1-266986CCB14A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0" name="Isosceles Triangle 179">
              <a:extLst>
                <a:ext uri="{FF2B5EF4-FFF2-40B4-BE49-F238E27FC236}">
                  <a16:creationId xmlns:a16="http://schemas.microsoft.com/office/drawing/2014/main" id="{3831B438-36DF-41C1-957B-174CAAA75B1A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2567F0D4-587C-4D42-8CF4-D7B18B46BD5C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B5DC08D3-2FC6-472C-B81E-E9D3C8D6320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sp>
        <p:nvSpPr>
          <p:cNvPr id="26" name="Shape 6"/>
          <p:cNvSpPr/>
          <p:nvPr userDrawn="1"/>
        </p:nvSpPr>
        <p:spPr>
          <a:xfrm>
            <a:off x="12192001" y="-52386"/>
            <a:ext cx="1630363" cy="1001623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>
              <a:effectLst/>
            </a:endParaRPr>
          </a:p>
        </p:txBody>
      </p:sp>
      <p:sp>
        <p:nvSpPr>
          <p:cNvPr id="183" name="Shape 12">
            <a:extLst>
              <a:ext uri="{FF2B5EF4-FFF2-40B4-BE49-F238E27FC236}">
                <a16:creationId xmlns:a16="http://schemas.microsoft.com/office/drawing/2014/main" id="{1E97763E-6C98-4574-99B6-3A10AE085C3B}"/>
              </a:ext>
            </a:extLst>
          </p:cNvPr>
          <p:cNvSpPr txBox="1">
            <a:spLocks/>
          </p:cNvSpPr>
          <p:nvPr userDrawn="1"/>
        </p:nvSpPr>
        <p:spPr>
          <a:xfrm>
            <a:off x="7717766" y="5807814"/>
            <a:ext cx="3867844" cy="143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127000" tIns="127000" rIns="127000" bIns="127000" anchor="ctr"/>
          <a:lstStyle>
            <a:lvl1pPr defTabSz="410751" eaLnBrk="1" hangingPunct="1">
              <a:defRPr sz="4400" b="1">
                <a:solidFill>
                  <a:srgbClr val="FFFFFF"/>
                </a:solidFill>
                <a:latin typeface="Arial"/>
                <a:ea typeface="+mn-ea"/>
                <a:cs typeface="Arial"/>
                <a:sym typeface="Gill Sans Light"/>
              </a:defRPr>
            </a:lvl1pPr>
            <a:lvl2pPr indent="160729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2pPr>
            <a:lvl3pPr indent="321457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3pPr>
            <a:lvl4pPr indent="482186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4pPr>
            <a:lvl5pPr indent="642915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5pPr>
            <a:lvl6pPr indent="803643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6pPr>
            <a:lvl7pPr indent="964372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7pPr>
            <a:lvl8pPr indent="1125101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8pPr>
            <a:lvl9pPr indent="1285829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9pPr>
          </a:lstStyle>
          <a:p>
            <a:pPr algn="r">
              <a:defRPr sz="1800">
                <a:solidFill>
                  <a:srgbClr val="000000"/>
                </a:solidFill>
              </a:defRPr>
            </a:pPr>
            <a:r>
              <a:rPr lang="en-US" sz="1800" b="1">
                <a:solidFill>
                  <a:schemeClr val="tx1"/>
                </a:solidFill>
              </a:rPr>
              <a:t>All-Hands Spring 2020</a:t>
            </a:r>
          </a:p>
          <a:p>
            <a:pPr algn="r">
              <a:defRPr sz="1800">
                <a:solidFill>
                  <a:srgbClr val="000000"/>
                </a:solidFill>
              </a:defRPr>
            </a:pPr>
            <a:r>
              <a:rPr lang="en-US" sz="1400" b="1">
                <a:solidFill>
                  <a:srgbClr val="BDA4E6"/>
                </a:solidFill>
              </a:rPr>
              <a:t>January 21</a:t>
            </a:r>
            <a:r>
              <a:rPr lang="en-US" sz="1400" b="1" baseline="30000">
                <a:solidFill>
                  <a:srgbClr val="BDA4E6"/>
                </a:solidFill>
              </a:rPr>
              <a:t>st</a:t>
            </a:r>
            <a:r>
              <a:rPr lang="en-US" sz="1400" b="1">
                <a:solidFill>
                  <a:srgbClr val="BDA4E6"/>
                </a:solidFill>
              </a:rPr>
              <a:t>, 2020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706DB5-958A-451B-A00B-B31AAC73DD40}"/>
              </a:ext>
            </a:extLst>
          </p:cNvPr>
          <p:cNvGrpSpPr/>
          <p:nvPr userDrawn="1"/>
        </p:nvGrpSpPr>
        <p:grpSpPr>
          <a:xfrm rot="16200000" flipV="1">
            <a:off x="9598774" y="-439022"/>
            <a:ext cx="918649" cy="1768081"/>
            <a:chOff x="10208215" y="409493"/>
            <a:chExt cx="644333" cy="752676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B9FC4AA5-0DAD-4094-9AB8-E181D9E1DB63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5375AC5D-BE51-4768-8DCF-1607B14FA6BA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6FD25F83-D058-4016-8B29-C48CF67B6282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D4396AA-49CE-47E4-B904-4A9F636A025A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7F2A933-698A-4AF4-9EA9-2C44A3B08EB7}"/>
              </a:ext>
            </a:extLst>
          </p:cNvPr>
          <p:cNvGrpSpPr/>
          <p:nvPr userDrawn="1"/>
        </p:nvGrpSpPr>
        <p:grpSpPr>
          <a:xfrm rot="16200000" flipV="1">
            <a:off x="8714730" y="-439012"/>
            <a:ext cx="918658" cy="1768081"/>
            <a:chOff x="10208215" y="409493"/>
            <a:chExt cx="644341" cy="752676"/>
          </a:xfrm>
        </p:grpSpPr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C586271-D0F3-4667-8B90-CD907CBC57C0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460A2B0D-49E5-4137-B3DB-C56CBBB72426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545A3713-EAA2-40AA-84D5-46602BAE113B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19BCCF99-56FE-4E32-BE15-0DE627427515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34BA4B-2097-4F50-B090-EFB10B9151EE}"/>
              </a:ext>
            </a:extLst>
          </p:cNvPr>
          <p:cNvGrpSpPr/>
          <p:nvPr userDrawn="1"/>
        </p:nvGrpSpPr>
        <p:grpSpPr>
          <a:xfrm rot="16200000" flipV="1">
            <a:off x="7848820" y="-445426"/>
            <a:ext cx="918649" cy="1768081"/>
            <a:chOff x="10208215" y="409493"/>
            <a:chExt cx="644333" cy="752676"/>
          </a:xfrm>
        </p:grpSpPr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A08233F7-D738-45E1-86BE-723DD44872D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DCEED5E-208F-4062-997E-6E8831891809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B70D8917-ACB2-402F-BA84-79A47D4266A6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D5E6BDE4-4782-4048-8830-3CAFDB506AF8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5123C6-2A86-4650-8DE2-976ADD49A813}"/>
              </a:ext>
            </a:extLst>
          </p:cNvPr>
          <p:cNvGrpSpPr/>
          <p:nvPr userDrawn="1"/>
        </p:nvGrpSpPr>
        <p:grpSpPr>
          <a:xfrm rot="16200000" flipV="1">
            <a:off x="6964776" y="-445417"/>
            <a:ext cx="918658" cy="1768081"/>
            <a:chOff x="10208215" y="409493"/>
            <a:chExt cx="644341" cy="752676"/>
          </a:xfrm>
        </p:grpSpPr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F6E88AFB-6B21-452E-AE1A-11B6237C17B7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BDB67139-BE8D-4290-A401-85FA1766369C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A2A729C3-A409-42BC-A6F3-A6E151236132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29462C8-D1C3-45D4-BAE5-63B138BC4BB0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A27570-F6C8-4B65-BE63-AF86B4ABC4B3}"/>
              </a:ext>
            </a:extLst>
          </p:cNvPr>
          <p:cNvGrpSpPr/>
          <p:nvPr userDrawn="1"/>
        </p:nvGrpSpPr>
        <p:grpSpPr>
          <a:xfrm rot="16200000" flipV="1">
            <a:off x="6102274" y="-445440"/>
            <a:ext cx="918649" cy="1768081"/>
            <a:chOff x="10208215" y="409493"/>
            <a:chExt cx="644333" cy="752676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A1ACB21F-93E7-4EC6-BD5C-EB6C41416E2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E13F6C5-F7ED-4C52-A098-31A7BBDB7AF5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B58E0AC3-9438-4200-81A8-A4C742992DB8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5A69F8B3-0F5B-45F6-AB47-5BA35DDCBACC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1900918-ED23-4AC5-B6A7-B8FBF31E383C}"/>
              </a:ext>
            </a:extLst>
          </p:cNvPr>
          <p:cNvGrpSpPr/>
          <p:nvPr userDrawn="1"/>
        </p:nvGrpSpPr>
        <p:grpSpPr>
          <a:xfrm rot="16200000" flipV="1">
            <a:off x="5218230" y="-445430"/>
            <a:ext cx="918658" cy="1768081"/>
            <a:chOff x="10208215" y="409493"/>
            <a:chExt cx="644341" cy="752676"/>
          </a:xfrm>
        </p:grpSpPr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C033270F-D683-4298-B7D4-E09120E4F6A2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4749A5D6-3607-423A-8F0B-83A2A560ABBB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23935803-8EB5-415B-8863-21C1B68CA529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2DD1FE69-CCB7-4CD9-9EC8-1F71091F896E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ABD22A0-CBBD-437D-90AE-3C3185F0A83A}"/>
              </a:ext>
            </a:extLst>
          </p:cNvPr>
          <p:cNvGrpSpPr/>
          <p:nvPr userDrawn="1"/>
        </p:nvGrpSpPr>
        <p:grpSpPr>
          <a:xfrm rot="16200000" flipV="1">
            <a:off x="4334202" y="-445442"/>
            <a:ext cx="918649" cy="1768081"/>
            <a:chOff x="10208215" y="409493"/>
            <a:chExt cx="644333" cy="752676"/>
          </a:xfrm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05EC9E9E-AC37-459B-8105-C06C0D543E7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A1066AFE-4A23-438E-8840-CEF0BCA97953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FBEC449D-0295-4276-80F4-6E989215B473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F862ABB4-57D4-46E5-843F-5217CF2964EE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6DDE311-7A9C-40E3-8352-396719D3B95A}"/>
              </a:ext>
            </a:extLst>
          </p:cNvPr>
          <p:cNvGrpSpPr/>
          <p:nvPr userDrawn="1"/>
        </p:nvGrpSpPr>
        <p:grpSpPr>
          <a:xfrm rot="16200000" flipV="1">
            <a:off x="3450158" y="-445431"/>
            <a:ext cx="918658" cy="1768081"/>
            <a:chOff x="10208215" y="409493"/>
            <a:chExt cx="644341" cy="752676"/>
          </a:xfrm>
        </p:grpSpPr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30301232-B630-408A-9A45-3D48D88F3886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77BF786C-D1DB-47F3-A0A8-B06BBC69880B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7FF89AEB-0336-4931-A6DF-F08A05CD7A25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CD921BB7-6040-40A8-B9A3-100A65CDB8B1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3077248-779D-4A96-AA8F-4C675A2BAE35}"/>
              </a:ext>
            </a:extLst>
          </p:cNvPr>
          <p:cNvGrpSpPr/>
          <p:nvPr userDrawn="1"/>
        </p:nvGrpSpPr>
        <p:grpSpPr>
          <a:xfrm rot="16200000" flipV="1">
            <a:off x="2570996" y="-445467"/>
            <a:ext cx="918649" cy="1768081"/>
            <a:chOff x="10208215" y="409493"/>
            <a:chExt cx="644333" cy="752676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116E6E1C-0F30-4D6F-82EF-6FA1DE256241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EAB739F2-7BB0-4F24-BF0D-5D92E6F52B38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58A6A12B-B857-4AD5-A7F6-2DC11C7B5659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E2B8EFA8-7FCC-4788-BCA3-58B668E1148F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4D51E86-6E46-4541-9BAC-69E8B4538E2E}"/>
              </a:ext>
            </a:extLst>
          </p:cNvPr>
          <p:cNvGrpSpPr/>
          <p:nvPr userDrawn="1"/>
        </p:nvGrpSpPr>
        <p:grpSpPr>
          <a:xfrm rot="16200000" flipV="1">
            <a:off x="1686952" y="-445457"/>
            <a:ext cx="918658" cy="1768081"/>
            <a:chOff x="10208215" y="409493"/>
            <a:chExt cx="644341" cy="752676"/>
          </a:xfrm>
        </p:grpSpPr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337C7094-3FDD-429F-835A-76E90C8CE3D9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95F22837-A7FB-490F-96F2-03FAF6647F67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3A084D3B-27C1-4E71-A014-105256CBE15C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7C5C06DB-1909-43EC-9204-018D79176452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C72D7FA-0FC4-4E4D-99C9-912B0D118EF3}"/>
              </a:ext>
            </a:extLst>
          </p:cNvPr>
          <p:cNvGrpSpPr/>
          <p:nvPr userDrawn="1"/>
        </p:nvGrpSpPr>
        <p:grpSpPr>
          <a:xfrm rot="16200000" flipV="1">
            <a:off x="811538" y="-439025"/>
            <a:ext cx="918649" cy="1768081"/>
            <a:chOff x="10208215" y="409493"/>
            <a:chExt cx="644333" cy="752676"/>
          </a:xfrm>
        </p:grpSpPr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FA360DCF-D8CC-416A-8E5F-EC50E9C74639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64429EA3-ADB9-499F-87AC-EDE1DDAEE4D3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1F817801-53C7-47AC-AA33-FB746D43D17D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C868F042-7E5B-40E5-9370-F97230F8A689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35AC64F-AF01-4120-B7C8-F2C10679639F}"/>
              </a:ext>
            </a:extLst>
          </p:cNvPr>
          <p:cNvGrpSpPr/>
          <p:nvPr userDrawn="1"/>
        </p:nvGrpSpPr>
        <p:grpSpPr>
          <a:xfrm rot="16200000" flipV="1">
            <a:off x="-72505" y="-439015"/>
            <a:ext cx="918658" cy="1768081"/>
            <a:chOff x="10208215" y="409493"/>
            <a:chExt cx="644341" cy="752676"/>
          </a:xfrm>
        </p:grpSpPr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DFDDFEB8-5715-4C4C-A455-A4C0FE9452D5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C5A112C7-8104-4E78-8F4B-9B21D7DA7C79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65E9C00E-0508-4CB4-BE59-BA2B64722C07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C0792DD9-8B47-4EE0-A415-AFD29B0ED1A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91A8C2C-48E7-4762-BEA7-DDCE2E1B4849}"/>
              </a:ext>
            </a:extLst>
          </p:cNvPr>
          <p:cNvGrpSpPr/>
          <p:nvPr userDrawn="1"/>
        </p:nvGrpSpPr>
        <p:grpSpPr>
          <a:xfrm rot="16200000" flipV="1">
            <a:off x="-941349" y="-439038"/>
            <a:ext cx="918649" cy="1768081"/>
            <a:chOff x="10208215" y="409493"/>
            <a:chExt cx="644333" cy="752676"/>
          </a:xfrm>
        </p:grpSpPr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221DB37C-C04E-4766-A227-2F1801B739E2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8D27102B-D75D-415B-9D9B-A599C6782508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B6BB37B2-15FA-4352-83B1-DB7A05533DF5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3CA67A55-CFE5-4B54-BF3B-716C01A55582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82E92B1-BB65-4949-AAEE-459BE7C01710}"/>
              </a:ext>
            </a:extLst>
          </p:cNvPr>
          <p:cNvGrpSpPr/>
          <p:nvPr userDrawn="1"/>
        </p:nvGrpSpPr>
        <p:grpSpPr>
          <a:xfrm rot="16200000" flipV="1">
            <a:off x="-1825388" y="-439028"/>
            <a:ext cx="918658" cy="1768081"/>
            <a:chOff x="10208215" y="409493"/>
            <a:chExt cx="644341" cy="752676"/>
          </a:xfrm>
        </p:grpSpPr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80964BA-645A-4E2A-ABE4-CF4E2E07549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3293C24B-FCF7-4BF1-B1DE-8513FBCAE7BE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D7A9A175-D52A-4A9D-9EE7-F54A027050F7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A1296B77-10AF-41C7-B018-43EB9ED2C4B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sp>
        <p:nvSpPr>
          <p:cNvPr id="109" name="Shape 6">
            <a:extLst>
              <a:ext uri="{FF2B5EF4-FFF2-40B4-BE49-F238E27FC236}">
                <a16:creationId xmlns:a16="http://schemas.microsoft.com/office/drawing/2014/main" id="{112E3E8F-2179-45C8-84F1-3AF8667A86AE}"/>
              </a:ext>
            </a:extLst>
          </p:cNvPr>
          <p:cNvSpPr/>
          <p:nvPr userDrawn="1"/>
        </p:nvSpPr>
        <p:spPr>
          <a:xfrm>
            <a:off x="-1621986" y="-42937"/>
            <a:ext cx="1630363" cy="1001623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432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7" r:id="rId2"/>
    <p:sldLayoutId id="2147483681" r:id="rId3"/>
    <p:sldLayoutId id="2147483678" r:id="rId4"/>
    <p:sldLayoutId id="2147483683" r:id="rId5"/>
    <p:sldLayoutId id="2147483684" r:id="rId6"/>
  </p:sldLayoutIdLst>
  <p:transition spd="med"/>
  <p:hf hdr="0" ftr="0" dt="0"/>
  <p:txStyles>
    <p:titleStyle>
      <a:lvl1pPr defTabSz="410730" eaLnBrk="1" hangingPunct="1">
        <a:defRPr sz="4400" b="1">
          <a:solidFill>
            <a:srgbClr val="FFFFFF"/>
          </a:solidFill>
          <a:latin typeface="Arial"/>
          <a:ea typeface="+mn-ea"/>
          <a:cs typeface="Arial"/>
          <a:sym typeface="Gill Sans Light"/>
        </a:defRPr>
      </a:lvl1pPr>
      <a:lvl2pPr indent="16072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4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6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88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0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24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04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76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62502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800" b="1"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1pPr>
      <a:lvl2pPr marL="937538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400" b="1">
          <a:solidFill>
            <a:srgbClr val="191EA2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2pPr>
      <a:lvl3pPr marL="1250050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800" b="1">
          <a:solidFill>
            <a:srgbClr val="FF4B0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3pPr>
      <a:lvl4pPr marL="1562562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600" b="1">
          <a:solidFill>
            <a:srgbClr val="7030A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4pPr>
      <a:lvl5pPr marL="187507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400" b="1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5pPr>
      <a:lvl6pPr marL="2125086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09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10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113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4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6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88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0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24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04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76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/>
          <p:cNvSpPr txBox="1">
            <a:spLocks/>
          </p:cNvSpPr>
          <p:nvPr/>
        </p:nvSpPr>
        <p:spPr>
          <a:xfrm>
            <a:off x="1780032" y="3027570"/>
            <a:ext cx="8650224" cy="1239631"/>
          </a:xfrm>
          <a:prstGeom prst="rect">
            <a:avLst/>
          </a:prstGeom>
        </p:spPr>
        <p:txBody>
          <a:bodyPr/>
          <a:lstStyle>
            <a:lvl1pPr marL="62502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800" b="1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1pPr>
            <a:lvl2pPr marL="937538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400" b="1">
                <a:solidFill>
                  <a:srgbClr val="191EA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2pPr>
            <a:lvl3pPr marL="1250050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800" b="1">
                <a:solidFill>
                  <a:srgbClr val="FF4B0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3pPr>
            <a:lvl4pPr marL="1562562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600" b="1">
                <a:solidFill>
                  <a:srgbClr val="7030A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4pPr>
            <a:lvl5pPr marL="187507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400" b="1">
                <a:solidFill>
                  <a:srgbClr val="00B05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5pPr>
            <a:lvl6pPr marL="2125086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6pPr>
            <a:lvl7pPr marL="237509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7pPr>
            <a:lvl8pPr marL="262510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8pPr>
            <a:lvl9pPr marL="2875113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9pPr>
          </a:lstStyle>
          <a:p>
            <a:pPr marL="223221" indent="0" algn="ctr">
              <a:buNone/>
            </a:pPr>
            <a:r>
              <a:rPr lang="en-US" sz="3200" dirty="0"/>
              <a:t>Binary Neural Net Design Contest</a:t>
            </a:r>
          </a:p>
          <a:p>
            <a:pPr marL="223221" indent="0" algn="ctr">
              <a:buNone/>
            </a:pPr>
            <a:r>
              <a:rPr lang="en-US" u="sng" dirty="0"/>
              <a:t>Suggestions</a:t>
            </a:r>
          </a:p>
          <a:p>
            <a:pPr marL="223221" indent="0" algn="ctr">
              <a:buNone/>
            </a:pPr>
            <a:endParaRPr lang="en-US" u="sng" dirty="0"/>
          </a:p>
        </p:txBody>
      </p:sp>
      <p:sp>
        <p:nvSpPr>
          <p:cNvPr id="3" name="Text Placeholder 3"/>
          <p:cNvSpPr txBox="1">
            <a:spLocks/>
          </p:cNvSpPr>
          <p:nvPr/>
        </p:nvSpPr>
        <p:spPr>
          <a:xfrm>
            <a:off x="2001642" y="4946872"/>
            <a:ext cx="8205788" cy="1831647"/>
          </a:xfrm>
          <a:prstGeom prst="rect">
            <a:avLst/>
          </a:prstGeom>
        </p:spPr>
        <p:txBody>
          <a:bodyPr/>
          <a:lstStyle>
            <a:lvl1pPr marL="62502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800" b="1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1pPr>
            <a:lvl2pPr marL="937538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400" b="1">
                <a:solidFill>
                  <a:srgbClr val="191EA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2pPr>
            <a:lvl3pPr marL="1250050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800" b="1">
                <a:solidFill>
                  <a:srgbClr val="FF4B0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3pPr>
            <a:lvl4pPr marL="1562562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600" b="1">
                <a:solidFill>
                  <a:srgbClr val="7030A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4pPr>
            <a:lvl5pPr marL="187507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400" b="1">
                <a:solidFill>
                  <a:srgbClr val="00B05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5pPr>
            <a:lvl6pPr marL="2125086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6pPr>
            <a:lvl7pPr marL="237509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7pPr>
            <a:lvl8pPr marL="262510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8pPr>
            <a:lvl9pPr marL="2875113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9pPr>
          </a:lstStyle>
          <a:p>
            <a:pPr marL="223221" indent="0" algn="ctr">
              <a:spcBef>
                <a:spcPts val="0"/>
              </a:spcBef>
              <a:buNone/>
            </a:pPr>
            <a:r>
              <a:rPr lang="en-US" sz="2000" dirty="0"/>
              <a:t>Greg Stitt</a:t>
            </a:r>
          </a:p>
          <a:p>
            <a:pPr marL="223221" indent="0" algn="ctr">
              <a:spcBef>
                <a:spcPts val="0"/>
              </a:spcBef>
              <a:buNone/>
            </a:pPr>
            <a:r>
              <a:rPr lang="en-US" sz="2000" dirty="0"/>
              <a:t>Department of Electrical and Computer Engineering</a:t>
            </a:r>
            <a:endParaRPr lang="en-US" sz="2000" b="0" dirty="0"/>
          </a:p>
          <a:p>
            <a:pPr marL="223221" indent="0" algn="ctr">
              <a:spcBef>
                <a:spcPts val="0"/>
              </a:spcBef>
              <a:buNone/>
            </a:pPr>
            <a:r>
              <a:rPr lang="en-US" sz="2000" dirty="0"/>
              <a:t>University of Florida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64" y="6256539"/>
            <a:ext cx="2606040" cy="5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0450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0131-3022-6007-A3C3-BB7B0B3B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2FCAAF-AB5B-4D37-F955-ACCDBCD1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22F622-4522-5775-0FC1-AE87F2EE922C}"/>
              </a:ext>
            </a:extLst>
          </p:cNvPr>
          <p:cNvSpPr/>
          <p:nvPr/>
        </p:nvSpPr>
        <p:spPr>
          <a:xfrm>
            <a:off x="7576893" y="210287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66B12D-18B3-8B3A-594A-C2440F285964}"/>
              </a:ext>
            </a:extLst>
          </p:cNvPr>
          <p:cNvSpPr/>
          <p:nvPr/>
        </p:nvSpPr>
        <p:spPr>
          <a:xfrm>
            <a:off x="7576893" y="276815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DD93CD1-5C4A-495F-6FA3-02483CF560AE}"/>
              </a:ext>
            </a:extLst>
          </p:cNvPr>
          <p:cNvCxnSpPr/>
          <p:nvPr/>
        </p:nvCxnSpPr>
        <p:spPr>
          <a:xfrm>
            <a:off x="7773689" y="183177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8A5D7C-4E49-E8EA-6E03-E7990AF5C3B9}"/>
              </a:ext>
            </a:extLst>
          </p:cNvPr>
          <p:cNvCxnSpPr/>
          <p:nvPr/>
        </p:nvCxnSpPr>
        <p:spPr>
          <a:xfrm>
            <a:off x="8789689" y="183177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EB16CAE-B7B0-FA86-2924-7A812D05BF93}"/>
              </a:ext>
            </a:extLst>
          </p:cNvPr>
          <p:cNvSpPr txBox="1"/>
          <p:nvPr/>
        </p:nvSpPr>
        <p:spPr>
          <a:xfrm>
            <a:off x="7325986" y="1500342"/>
            <a:ext cx="9054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x[0..P</a:t>
            </a:r>
            <a:r>
              <a:rPr lang="en-US" sz="1600" baseline="-25000" dirty="0"/>
              <a:t>w</a:t>
            </a:r>
            <a:r>
              <a:rPr lang="en-US" sz="1600" i="1" dirty="0"/>
              <a:t>-1]</a:t>
            </a:r>
            <a:endParaRPr lang="en-US" sz="1200" i="1" baseline="-250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3A0EE44-B8E7-AD15-96BD-B9A89BBD7D53}"/>
              </a:ext>
            </a:extLst>
          </p:cNvPr>
          <p:cNvCxnSpPr/>
          <p:nvPr/>
        </p:nvCxnSpPr>
        <p:spPr>
          <a:xfrm>
            <a:off x="8272832" y="249793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DE3B18-828E-9C9A-F0DC-78620B58BD59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8266482" y="315979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3093CAC-EA81-25C3-411F-5C66208826A6}"/>
              </a:ext>
            </a:extLst>
          </p:cNvPr>
          <p:cNvSpPr txBox="1"/>
          <p:nvPr/>
        </p:nvSpPr>
        <p:spPr>
          <a:xfrm>
            <a:off x="9201610" y="1500342"/>
            <a:ext cx="13312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threshold</a:t>
            </a:r>
            <a:endParaRPr lang="en-US" sz="1200" i="1" baseline="-25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B53D9AE-7874-3A73-9D54-EF2E09FB55D8}"/>
              </a:ext>
            </a:extLst>
          </p:cNvPr>
          <p:cNvCxnSpPr>
            <a:cxnSpLocks/>
            <a:stCxn id="61" idx="2"/>
            <a:endCxn id="70" idx="0"/>
          </p:cNvCxnSpPr>
          <p:nvPr/>
        </p:nvCxnSpPr>
        <p:spPr>
          <a:xfrm flipH="1">
            <a:off x="8253584" y="382165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DFC848-20D1-B253-429D-91B3B64238B6}"/>
              </a:ext>
            </a:extLst>
          </p:cNvPr>
          <p:cNvCxnSpPr>
            <a:cxnSpLocks/>
          </p:cNvCxnSpPr>
          <p:nvPr/>
        </p:nvCxnSpPr>
        <p:spPr>
          <a:xfrm>
            <a:off x="8259935" y="462284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68C4EE6-FA7C-F62A-F461-477BB0BECA69}"/>
              </a:ext>
            </a:extLst>
          </p:cNvPr>
          <p:cNvSpPr txBox="1"/>
          <p:nvPr/>
        </p:nvSpPr>
        <p:spPr>
          <a:xfrm>
            <a:off x="8001878" y="491271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49F18B5D-5A80-203F-AC5C-59402A590D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4" y="1231901"/>
            <a:ext cx="6546010" cy="4962904"/>
          </a:xfrm>
        </p:spPr>
        <p:txBody>
          <a:bodyPr/>
          <a:lstStyle/>
          <a:p>
            <a:r>
              <a:rPr lang="en-US" sz="1800" dirty="0"/>
              <a:t>Interface should enable </a:t>
            </a:r>
            <a:r>
              <a:rPr lang="en-US" sz="1800" dirty="0" err="1"/>
              <a:t>pipelinine</a:t>
            </a:r>
            <a:r>
              <a:rPr lang="en-US" sz="1800" dirty="0"/>
              <a:t>/streaming</a:t>
            </a:r>
          </a:p>
          <a:p>
            <a:r>
              <a:rPr lang="en-US" sz="1800" dirty="0"/>
              <a:t>Data inputs: P</a:t>
            </a:r>
            <a:r>
              <a:rPr lang="en-US" sz="1800" baseline="-25000" dirty="0"/>
              <a:t>w </a:t>
            </a:r>
            <a:r>
              <a:rPr lang="en-US" sz="1800" dirty="0"/>
              <a:t>weights (w), P</a:t>
            </a:r>
            <a:r>
              <a:rPr lang="en-US" sz="1800" baseline="-25000" dirty="0"/>
              <a:t>w</a:t>
            </a:r>
            <a:r>
              <a:rPr lang="en-US" sz="1800" dirty="0"/>
              <a:t> inputs (x), threshold</a:t>
            </a:r>
          </a:p>
          <a:p>
            <a:pPr lvl="1"/>
            <a:r>
              <a:rPr lang="en-US" sz="1600" dirty="0"/>
              <a:t>Threshold can be 32 bits, but better to have it sized for the max </a:t>
            </a:r>
            <a:r>
              <a:rPr lang="en-US" sz="1600" dirty="0" err="1"/>
              <a:t>popcount</a:t>
            </a:r>
            <a:r>
              <a:rPr lang="en-US" sz="1600" dirty="0"/>
              <a:t> (e.g., $clog2(MAX_NEURON_INPUTS+1))</a:t>
            </a:r>
          </a:p>
          <a:p>
            <a:r>
              <a:rPr lang="en-US" sz="1800" dirty="0"/>
              <a:t>Control inputs: </a:t>
            </a:r>
            <a:r>
              <a:rPr lang="en-US" sz="1800" dirty="0" err="1"/>
              <a:t>valid_in</a:t>
            </a:r>
            <a:r>
              <a:rPr lang="en-US" sz="1800" dirty="0"/>
              <a:t>, last/</a:t>
            </a:r>
            <a:r>
              <a:rPr lang="en-US" sz="1800" dirty="0" err="1"/>
              <a:t>eof</a:t>
            </a:r>
            <a:endParaRPr lang="en-US" sz="1800" dirty="0"/>
          </a:p>
          <a:p>
            <a:pPr lvl="1"/>
            <a:r>
              <a:rPr lang="en-US" sz="1600" dirty="0" err="1"/>
              <a:t>valid_in</a:t>
            </a:r>
            <a:r>
              <a:rPr lang="en-US" sz="1600" dirty="0"/>
              <a:t> specifies when w and x are valid</a:t>
            </a:r>
          </a:p>
          <a:p>
            <a:pPr lvl="1"/>
            <a:r>
              <a:rPr lang="en-US" sz="1600" dirty="0"/>
              <a:t>last/</a:t>
            </a:r>
            <a:r>
              <a:rPr lang="en-US" sz="1600" dirty="0" err="1"/>
              <a:t>eof</a:t>
            </a:r>
            <a:r>
              <a:rPr lang="en-US" sz="1600" dirty="0"/>
              <a:t> asserted to specify the final input for a neuron</a:t>
            </a:r>
          </a:p>
          <a:p>
            <a:pPr lvl="2"/>
            <a:r>
              <a:rPr lang="en-US" sz="1400" dirty="0"/>
              <a:t>Processor used by many neurons, needs to know when one ends and begins </a:t>
            </a:r>
          </a:p>
          <a:p>
            <a:r>
              <a:rPr lang="en-US" sz="1800" dirty="0"/>
              <a:t>Data outputs: 1-bit “activation” output (y), multi-bit </a:t>
            </a:r>
            <a:r>
              <a:rPr lang="en-US" sz="1800" dirty="0" err="1"/>
              <a:t>popcount</a:t>
            </a:r>
            <a:endParaRPr lang="en-US" sz="1800" dirty="0"/>
          </a:p>
          <a:p>
            <a:pPr lvl="1"/>
            <a:r>
              <a:rPr lang="en-US" sz="1600" dirty="0" err="1"/>
              <a:t>Popcount</a:t>
            </a:r>
            <a:r>
              <a:rPr lang="en-US" sz="1600" dirty="0"/>
              <a:t> will remain disconnected in all but the output layer</a:t>
            </a:r>
          </a:p>
          <a:p>
            <a:pPr lvl="2"/>
            <a:r>
              <a:rPr lang="en-US" sz="1400" dirty="0"/>
              <a:t>Also useful for debugging hidden layers</a:t>
            </a:r>
          </a:p>
          <a:p>
            <a:pPr lvl="1"/>
            <a:r>
              <a:rPr lang="en-US" sz="1600" dirty="0" err="1"/>
              <a:t>Popcount</a:t>
            </a:r>
            <a:r>
              <a:rPr lang="en-US" sz="1600" dirty="0"/>
              <a:t> should match threshold bit width</a:t>
            </a:r>
          </a:p>
          <a:p>
            <a:r>
              <a:rPr lang="en-US" sz="1800" dirty="0"/>
              <a:t>Control outputs: </a:t>
            </a:r>
            <a:r>
              <a:rPr lang="en-US" sz="1800" dirty="0" err="1"/>
              <a:t>valid_out</a:t>
            </a:r>
            <a:endParaRPr lang="en-US" sz="1800" dirty="0"/>
          </a:p>
          <a:p>
            <a:pPr lvl="1"/>
            <a:r>
              <a:rPr lang="en-US" sz="1400" dirty="0"/>
              <a:t>Specifies validity of y and </a:t>
            </a:r>
            <a:r>
              <a:rPr lang="en-US" sz="1400" dirty="0" err="1"/>
              <a:t>popcount</a:t>
            </a:r>
            <a:r>
              <a:rPr lang="en-US" sz="1400" dirty="0"/>
              <a:t> output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CC7BD0-7872-681A-3DED-5E28F5C0782D}"/>
              </a:ext>
            </a:extLst>
          </p:cNvPr>
          <p:cNvSpPr txBox="1"/>
          <p:nvPr/>
        </p:nvSpPr>
        <p:spPr>
          <a:xfrm>
            <a:off x="8435990" y="1500342"/>
            <a:ext cx="9054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w[0..P</a:t>
            </a:r>
            <a:r>
              <a:rPr lang="en-US" sz="1600" baseline="-25000" dirty="0"/>
              <a:t>w</a:t>
            </a:r>
            <a:r>
              <a:rPr lang="en-US" sz="1600" i="1" dirty="0"/>
              <a:t>-1]</a:t>
            </a:r>
            <a:endParaRPr lang="en-US" sz="1200" i="1" baseline="-25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6A33A-28C8-6BB6-77BF-A07C60CFFDA6}"/>
              </a:ext>
            </a:extLst>
          </p:cNvPr>
          <p:cNvSpPr/>
          <p:nvPr/>
        </p:nvSpPr>
        <p:spPr>
          <a:xfrm>
            <a:off x="7954592" y="343001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2E6E1CE-E1B1-6A03-4CE5-CAC1C56D4345}"/>
              </a:ext>
            </a:extLst>
          </p:cNvPr>
          <p:cNvCxnSpPr>
            <a:stCxn id="61" idx="2"/>
            <a:endCxn id="61" idx="3"/>
          </p:cNvCxnSpPr>
          <p:nvPr/>
        </p:nvCxnSpPr>
        <p:spPr>
          <a:xfrm rot="5400000" flipH="1" flipV="1">
            <a:off x="8305169" y="357424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2800A9F-40CD-A40B-DDC6-08F1D6E2EAAE}"/>
              </a:ext>
            </a:extLst>
          </p:cNvPr>
          <p:cNvSpPr/>
          <p:nvPr/>
        </p:nvSpPr>
        <p:spPr>
          <a:xfrm>
            <a:off x="7954591" y="422439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2D295C2-9E1B-7DA5-7EB3-340CAAE11F38}"/>
              </a:ext>
            </a:extLst>
          </p:cNvPr>
          <p:cNvCxnSpPr>
            <a:cxnSpLocks/>
            <a:stCxn id="57" idx="2"/>
            <a:endCxn id="70" idx="3"/>
          </p:cNvCxnSpPr>
          <p:nvPr/>
        </p:nvCxnSpPr>
        <p:spPr>
          <a:xfrm rot="5400000">
            <a:off x="7873068" y="242607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0B801EE0-749E-DF47-1802-2E8E8BF1FD6B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>
            <a:off x="7295293" y="394316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C22B16-C79F-7418-6FF8-FD599EAEB062}"/>
              </a:ext>
            </a:extLst>
          </p:cNvPr>
          <p:cNvSpPr txBox="1"/>
          <p:nvPr/>
        </p:nvSpPr>
        <p:spPr>
          <a:xfrm>
            <a:off x="6936147" y="4921021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A9F604-9678-5B0C-2276-4670A5C05A9D}"/>
              </a:ext>
            </a:extLst>
          </p:cNvPr>
          <p:cNvSpPr txBox="1"/>
          <p:nvPr/>
        </p:nvSpPr>
        <p:spPr>
          <a:xfrm>
            <a:off x="8064735" y="5410689"/>
            <a:ext cx="229032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*actual architecture will be more complex</a:t>
            </a:r>
            <a:endParaRPr lang="en-US" sz="1200" i="1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C247A9-01E5-7955-CFBA-4918F091ECA9}"/>
              </a:ext>
            </a:extLst>
          </p:cNvPr>
          <p:cNvSpPr txBox="1"/>
          <p:nvPr/>
        </p:nvSpPr>
        <p:spPr>
          <a:xfrm>
            <a:off x="10703988" y="1487643"/>
            <a:ext cx="13312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C0770D-1B20-295A-85B8-79331ECBC5A8}"/>
              </a:ext>
            </a:extLst>
          </p:cNvPr>
          <p:cNvSpPr txBox="1"/>
          <p:nvPr/>
        </p:nvSpPr>
        <p:spPr>
          <a:xfrm>
            <a:off x="10025685" y="1500342"/>
            <a:ext cx="13312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valid_in</a:t>
            </a:r>
            <a:endParaRPr lang="en-US" sz="1200" i="1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123C28-B502-6276-FC4A-38E03CD94CE1}"/>
              </a:ext>
            </a:extLst>
          </p:cNvPr>
          <p:cNvCxnSpPr/>
          <p:nvPr/>
        </p:nvCxnSpPr>
        <p:spPr>
          <a:xfrm>
            <a:off x="10631189" y="183177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1038F0-8183-A56F-C051-97355EF257FB}"/>
              </a:ext>
            </a:extLst>
          </p:cNvPr>
          <p:cNvCxnSpPr/>
          <p:nvPr/>
        </p:nvCxnSpPr>
        <p:spPr>
          <a:xfrm>
            <a:off x="11356890" y="183177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41D250-343B-50A9-9E1F-99516A4F28A4}"/>
              </a:ext>
            </a:extLst>
          </p:cNvPr>
          <p:cNvCxnSpPr/>
          <p:nvPr/>
        </p:nvCxnSpPr>
        <p:spPr>
          <a:xfrm>
            <a:off x="10956633" y="462660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F812735-A8A4-E9FB-6AD9-F04099641495}"/>
              </a:ext>
            </a:extLst>
          </p:cNvPr>
          <p:cNvSpPr txBox="1"/>
          <p:nvPr/>
        </p:nvSpPr>
        <p:spPr>
          <a:xfrm>
            <a:off x="10397290" y="4913471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C9ED15-F01D-C7FC-F072-CC1AC59ABAA1}"/>
              </a:ext>
            </a:extLst>
          </p:cNvPr>
          <p:cNvSpPr/>
          <p:nvPr/>
        </p:nvSpPr>
        <p:spPr>
          <a:xfrm>
            <a:off x="10305143" y="210287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DB08CB-CE1C-8B9D-7DC8-12B724224F6B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9331465" y="336285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826830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AC305-1E85-6DE7-B7D1-57E61383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A7B5F-19BF-BAB6-0E78-A73C2F48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F4D73A98-220B-87E0-52A6-FBA51E019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4764087" cy="4962904"/>
          </a:xfrm>
        </p:spPr>
        <p:txBody>
          <a:bodyPr/>
          <a:lstStyle/>
          <a:p>
            <a:r>
              <a:rPr lang="en-US" sz="2000" dirty="0"/>
              <a:t>e.g. 2 neurons, each with 4 inputs</a:t>
            </a:r>
          </a:p>
          <a:p>
            <a:pPr lvl="1"/>
            <a:r>
              <a:rPr lang="en-US" sz="2000" dirty="0"/>
              <a:t>P</a:t>
            </a:r>
            <a:r>
              <a:rPr lang="en-US" sz="2000" baseline="-25000" dirty="0"/>
              <a:t>W</a:t>
            </a:r>
            <a:r>
              <a:rPr lang="en-US" sz="2000" dirty="0"/>
              <a:t> = 2 </a:t>
            </a:r>
          </a:p>
          <a:p>
            <a:pPr lvl="2"/>
            <a:r>
              <a:rPr lang="en-US" sz="1400" dirty="0"/>
              <a:t>(2 beats per neuron)</a:t>
            </a:r>
          </a:p>
          <a:p>
            <a:pPr lvl="1"/>
            <a:r>
              <a:rPr lang="en-US" sz="2000" dirty="0"/>
              <a:t>Input = 0110</a:t>
            </a:r>
          </a:p>
          <a:p>
            <a:pPr lvl="1"/>
            <a:r>
              <a:rPr lang="en-US" sz="2000" dirty="0"/>
              <a:t>Neuron 0</a:t>
            </a:r>
          </a:p>
          <a:p>
            <a:pPr lvl="2"/>
            <a:r>
              <a:rPr lang="en-US" sz="1400" dirty="0"/>
              <a:t>Weights: 1011</a:t>
            </a:r>
          </a:p>
          <a:p>
            <a:pPr lvl="2"/>
            <a:r>
              <a:rPr lang="en-US" sz="1400" dirty="0"/>
              <a:t>Threshold: 2</a:t>
            </a:r>
          </a:p>
          <a:p>
            <a:pPr lvl="1"/>
            <a:r>
              <a:rPr lang="en-US" sz="2000" dirty="0"/>
              <a:t>Neuron 1</a:t>
            </a:r>
          </a:p>
          <a:p>
            <a:pPr lvl="2"/>
            <a:r>
              <a:rPr lang="en-US" sz="1400" dirty="0"/>
              <a:t>Weights: 0010</a:t>
            </a:r>
          </a:p>
          <a:p>
            <a:pPr lvl="2"/>
            <a:r>
              <a:rPr lang="en-US" sz="1400" dirty="0"/>
              <a:t>Threshold: 1</a:t>
            </a:r>
          </a:p>
          <a:p>
            <a:pPr lvl="2"/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051A3-B81C-8A77-8025-C1D6709E3FCE}"/>
              </a:ext>
            </a:extLst>
          </p:cNvPr>
          <p:cNvSpPr txBox="1"/>
          <p:nvPr/>
        </p:nvSpPr>
        <p:spPr>
          <a:xfrm>
            <a:off x="6279266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10</a:t>
            </a:r>
            <a:endParaRPr lang="en-US" sz="12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96329-0B25-A973-47F5-45ADF9F4963F}"/>
              </a:ext>
            </a:extLst>
          </p:cNvPr>
          <p:cNvSpPr txBox="1"/>
          <p:nvPr/>
        </p:nvSpPr>
        <p:spPr>
          <a:xfrm>
            <a:off x="730985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11</a:t>
            </a:r>
            <a:endParaRPr lang="en-US" sz="12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2D076-C2FE-EBDC-E7EC-670A416AC0F1}"/>
              </a:ext>
            </a:extLst>
          </p:cNvPr>
          <p:cNvSpPr/>
          <p:nvPr/>
        </p:nvSpPr>
        <p:spPr>
          <a:xfrm>
            <a:off x="6357693" y="205842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98A87-BE0C-411A-B022-52CE11D73C1E}"/>
              </a:ext>
            </a:extLst>
          </p:cNvPr>
          <p:cNvSpPr/>
          <p:nvPr/>
        </p:nvSpPr>
        <p:spPr>
          <a:xfrm>
            <a:off x="6357693" y="272370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1A89D6-F2BF-D893-424B-9E41495FDF23}"/>
              </a:ext>
            </a:extLst>
          </p:cNvPr>
          <p:cNvCxnSpPr/>
          <p:nvPr/>
        </p:nvCxnSpPr>
        <p:spPr>
          <a:xfrm>
            <a:off x="6554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AF325C-F2C6-73BE-484D-853E646DC08F}"/>
              </a:ext>
            </a:extLst>
          </p:cNvPr>
          <p:cNvCxnSpPr/>
          <p:nvPr/>
        </p:nvCxnSpPr>
        <p:spPr>
          <a:xfrm>
            <a:off x="7570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FA62CC-D027-643A-97C5-805669D17015}"/>
              </a:ext>
            </a:extLst>
          </p:cNvPr>
          <p:cNvCxnSpPr/>
          <p:nvPr/>
        </p:nvCxnSpPr>
        <p:spPr>
          <a:xfrm>
            <a:off x="7053632" y="245348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550B24-30EE-66F0-4F22-EA8F4EF7148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047282" y="311534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69447E-36F2-50D9-C891-193D2F8B3778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034384" y="377720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FCD75C-5C7D-A970-3671-873C2D9907A8}"/>
              </a:ext>
            </a:extLst>
          </p:cNvPr>
          <p:cNvCxnSpPr>
            <a:cxnSpLocks/>
          </p:cNvCxnSpPr>
          <p:nvPr/>
        </p:nvCxnSpPr>
        <p:spPr>
          <a:xfrm>
            <a:off x="7040735" y="457839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A6B8A1-8812-A639-D805-391E2E13FCC9}"/>
              </a:ext>
            </a:extLst>
          </p:cNvPr>
          <p:cNvSpPr txBox="1"/>
          <p:nvPr/>
        </p:nvSpPr>
        <p:spPr>
          <a:xfrm>
            <a:off x="6998527" y="459598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37CF6-92AE-F0CB-6B85-31BC7FADDA7C}"/>
              </a:ext>
            </a:extLst>
          </p:cNvPr>
          <p:cNvSpPr/>
          <p:nvPr/>
        </p:nvSpPr>
        <p:spPr>
          <a:xfrm>
            <a:off x="6735392" y="338556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69EF21D-2745-C6AF-6CCD-7F279AB843AD}"/>
              </a:ext>
            </a:extLst>
          </p:cNvPr>
          <p:cNvCxnSpPr>
            <a:stCxn id="21" idx="2"/>
            <a:endCxn id="21" idx="3"/>
          </p:cNvCxnSpPr>
          <p:nvPr/>
        </p:nvCxnSpPr>
        <p:spPr>
          <a:xfrm rot="5400000" flipH="1" flipV="1">
            <a:off x="7085969" y="352979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C12CED6-B2AA-412C-A3E7-D7BC4949B837}"/>
              </a:ext>
            </a:extLst>
          </p:cNvPr>
          <p:cNvSpPr/>
          <p:nvPr/>
        </p:nvSpPr>
        <p:spPr>
          <a:xfrm>
            <a:off x="6735391" y="417994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A914C2F-1C1F-4E41-8C56-576A33B22D17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6653868" y="238162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4CE4BB5-31BB-27F2-B29F-23B4ACB46338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076093" y="389871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CDD24BC-001F-D8CD-4C6A-0E670A712E0F}"/>
              </a:ext>
            </a:extLst>
          </p:cNvPr>
          <p:cNvSpPr txBox="1"/>
          <p:nvPr/>
        </p:nvSpPr>
        <p:spPr>
          <a:xfrm>
            <a:off x="5163828" y="460703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F4737F-BF93-EB6C-CABB-33278B896274}"/>
              </a:ext>
            </a:extLst>
          </p:cNvPr>
          <p:cNvCxnSpPr/>
          <p:nvPr/>
        </p:nvCxnSpPr>
        <p:spPr>
          <a:xfrm>
            <a:off x="94119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41FB38-2F68-89DF-A234-7959E124D657}"/>
              </a:ext>
            </a:extLst>
          </p:cNvPr>
          <p:cNvCxnSpPr/>
          <p:nvPr/>
        </p:nvCxnSpPr>
        <p:spPr>
          <a:xfrm>
            <a:off x="10137690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73BB51-26AF-E8DE-AFEF-205658A012E4}"/>
              </a:ext>
            </a:extLst>
          </p:cNvPr>
          <p:cNvCxnSpPr/>
          <p:nvPr/>
        </p:nvCxnSpPr>
        <p:spPr>
          <a:xfrm>
            <a:off x="9737433" y="458215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D1275EF-EB16-E01A-1A3F-A86762A7293D}"/>
              </a:ext>
            </a:extLst>
          </p:cNvPr>
          <p:cNvSpPr txBox="1"/>
          <p:nvPr/>
        </p:nvSpPr>
        <p:spPr>
          <a:xfrm>
            <a:off x="9771161" y="458391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8E2342-EFEA-5282-8849-941A0F09FA0A}"/>
              </a:ext>
            </a:extLst>
          </p:cNvPr>
          <p:cNvSpPr/>
          <p:nvPr/>
        </p:nvSpPr>
        <p:spPr>
          <a:xfrm>
            <a:off x="9085943" y="205842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CE874F3-C0B8-4FB3-2AD0-5A52842060A4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112265" y="331840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25D5239-1107-83AC-6C00-5043378EFE70}"/>
              </a:ext>
            </a:extLst>
          </p:cNvPr>
          <p:cNvSpPr txBox="1"/>
          <p:nvPr/>
        </p:nvSpPr>
        <p:spPr>
          <a:xfrm>
            <a:off x="8396308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2</a:t>
            </a:r>
            <a:endParaRPr lang="en-US" sz="1200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569300-DBC0-7F58-7E00-53D5753796D0}"/>
              </a:ext>
            </a:extLst>
          </p:cNvPr>
          <p:cNvSpPr txBox="1"/>
          <p:nvPr/>
        </p:nvSpPr>
        <p:spPr>
          <a:xfrm>
            <a:off x="9160283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02127A-D68A-5780-2319-8CED6DAAFDB7}"/>
              </a:ext>
            </a:extLst>
          </p:cNvPr>
          <p:cNvSpPr txBox="1"/>
          <p:nvPr/>
        </p:nvSpPr>
        <p:spPr>
          <a:xfrm>
            <a:off x="991432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A67010-AB22-7F26-3F16-06B021329975}"/>
              </a:ext>
            </a:extLst>
          </p:cNvPr>
          <p:cNvSpPr txBox="1"/>
          <p:nvPr/>
        </p:nvSpPr>
        <p:spPr>
          <a:xfrm>
            <a:off x="6459703" y="174454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endParaRPr lang="en-US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63DB83-EABF-C308-75A3-333D96AE8F0B}"/>
              </a:ext>
            </a:extLst>
          </p:cNvPr>
          <p:cNvSpPr txBox="1"/>
          <p:nvPr/>
        </p:nvSpPr>
        <p:spPr>
          <a:xfrm>
            <a:off x="7501939" y="1751143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endParaRPr lang="en-US" sz="1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CA73F8-A929-FEBC-BC8D-72998821C4A6}"/>
              </a:ext>
            </a:extLst>
          </p:cNvPr>
          <p:cNvSpPr txBox="1"/>
          <p:nvPr/>
        </p:nvSpPr>
        <p:spPr>
          <a:xfrm>
            <a:off x="10166035" y="177590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71206A-73D4-1BC7-8033-7653E41ECE29}"/>
              </a:ext>
            </a:extLst>
          </p:cNvPr>
          <p:cNvSpPr txBox="1"/>
          <p:nvPr/>
        </p:nvSpPr>
        <p:spPr>
          <a:xfrm>
            <a:off x="9293652" y="1745132"/>
            <a:ext cx="8723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 err="1"/>
              <a:t>valid_in</a:t>
            </a:r>
            <a:endParaRPr lang="en-US" sz="105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EBA55B-4FA8-7A83-DB17-3CB8900F1225}"/>
              </a:ext>
            </a:extLst>
          </p:cNvPr>
          <p:cNvSpPr txBox="1"/>
          <p:nvPr/>
        </p:nvSpPr>
        <p:spPr>
          <a:xfrm>
            <a:off x="9478137" y="491048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E83358-5225-7A8F-F411-A44DFE7D5546}"/>
              </a:ext>
            </a:extLst>
          </p:cNvPr>
          <p:cNvSpPr txBox="1"/>
          <p:nvPr/>
        </p:nvSpPr>
        <p:spPr>
          <a:xfrm>
            <a:off x="7786159" y="1076227"/>
            <a:ext cx="17237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Neuron 0: beat 0</a:t>
            </a:r>
            <a:endParaRPr lang="en-US" sz="120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4A7AB1-CD68-EEBF-F36A-D2793B8B22A4}"/>
              </a:ext>
            </a:extLst>
          </p:cNvPr>
          <p:cNvSpPr txBox="1"/>
          <p:nvPr/>
        </p:nvSpPr>
        <p:spPr>
          <a:xfrm>
            <a:off x="6938624" y="3122801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A8C8F2-6A83-79C6-483D-28BA33B842C8}"/>
              </a:ext>
            </a:extLst>
          </p:cNvPr>
          <p:cNvSpPr txBox="1"/>
          <p:nvPr/>
        </p:nvSpPr>
        <p:spPr>
          <a:xfrm>
            <a:off x="7418425" y="360447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43909549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148C-EBF8-90A6-F827-21FB9979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219530-2F6E-BDE5-DA1D-8FA61BA40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3256ACE4-142C-5918-9499-37EA313981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4764087" cy="4962904"/>
          </a:xfrm>
        </p:spPr>
        <p:txBody>
          <a:bodyPr/>
          <a:lstStyle/>
          <a:p>
            <a:r>
              <a:rPr lang="en-US" sz="2000" dirty="0"/>
              <a:t>e.g. 2 neurons, each with 4 inputs</a:t>
            </a:r>
          </a:p>
          <a:p>
            <a:pPr lvl="1"/>
            <a:r>
              <a:rPr lang="en-US" sz="2000" dirty="0"/>
              <a:t>P</a:t>
            </a:r>
            <a:r>
              <a:rPr lang="en-US" sz="2000" baseline="-25000" dirty="0"/>
              <a:t>W</a:t>
            </a:r>
            <a:r>
              <a:rPr lang="en-US" sz="2000" dirty="0"/>
              <a:t> = 2 </a:t>
            </a:r>
          </a:p>
          <a:p>
            <a:pPr lvl="2"/>
            <a:r>
              <a:rPr lang="en-US" sz="1400" dirty="0"/>
              <a:t>(2 beats per neuron)</a:t>
            </a:r>
          </a:p>
          <a:p>
            <a:pPr lvl="1"/>
            <a:r>
              <a:rPr lang="en-US" sz="2000" dirty="0"/>
              <a:t>Input = 0110</a:t>
            </a:r>
          </a:p>
          <a:p>
            <a:pPr lvl="1"/>
            <a:r>
              <a:rPr lang="en-US" sz="2000" dirty="0"/>
              <a:t>Neuron 0</a:t>
            </a:r>
          </a:p>
          <a:p>
            <a:pPr lvl="2"/>
            <a:r>
              <a:rPr lang="en-US" sz="1400" dirty="0"/>
              <a:t>Weights: 1011</a:t>
            </a:r>
          </a:p>
          <a:p>
            <a:pPr lvl="2"/>
            <a:r>
              <a:rPr lang="en-US" sz="1400" dirty="0"/>
              <a:t>Threshold: 2</a:t>
            </a:r>
          </a:p>
          <a:p>
            <a:pPr lvl="1"/>
            <a:r>
              <a:rPr lang="en-US" sz="2000" dirty="0"/>
              <a:t>Neuron 1</a:t>
            </a:r>
          </a:p>
          <a:p>
            <a:pPr lvl="2"/>
            <a:r>
              <a:rPr lang="en-US" sz="1400" dirty="0"/>
              <a:t>Weights: 0010</a:t>
            </a:r>
          </a:p>
          <a:p>
            <a:pPr lvl="2"/>
            <a:r>
              <a:rPr lang="en-US" sz="1400" dirty="0"/>
              <a:t>Threshold: 1</a:t>
            </a:r>
          </a:p>
          <a:p>
            <a:pPr lvl="2"/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8635F7-871E-A18E-85FE-203DA42FD1B6}"/>
              </a:ext>
            </a:extLst>
          </p:cNvPr>
          <p:cNvSpPr txBox="1"/>
          <p:nvPr/>
        </p:nvSpPr>
        <p:spPr>
          <a:xfrm>
            <a:off x="6279266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01</a:t>
            </a:r>
            <a:endParaRPr lang="en-US" sz="12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19BFB-2450-C751-CAE2-F241880E2E46}"/>
              </a:ext>
            </a:extLst>
          </p:cNvPr>
          <p:cNvSpPr txBox="1"/>
          <p:nvPr/>
        </p:nvSpPr>
        <p:spPr>
          <a:xfrm>
            <a:off x="730985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10</a:t>
            </a:r>
            <a:endParaRPr lang="en-US" sz="12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3266F4-688F-7405-315C-051497F6A3A1}"/>
              </a:ext>
            </a:extLst>
          </p:cNvPr>
          <p:cNvSpPr/>
          <p:nvPr/>
        </p:nvSpPr>
        <p:spPr>
          <a:xfrm>
            <a:off x="6357693" y="205842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EA76D-5757-9231-0289-62498C7ADDCE}"/>
              </a:ext>
            </a:extLst>
          </p:cNvPr>
          <p:cNvSpPr/>
          <p:nvPr/>
        </p:nvSpPr>
        <p:spPr>
          <a:xfrm>
            <a:off x="6357693" y="272370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5E872D-C13E-1251-FAF0-FCF64DAC1603}"/>
              </a:ext>
            </a:extLst>
          </p:cNvPr>
          <p:cNvCxnSpPr/>
          <p:nvPr/>
        </p:nvCxnSpPr>
        <p:spPr>
          <a:xfrm>
            <a:off x="6554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10F192-75CD-CA77-0DE5-119B5594D4B5}"/>
              </a:ext>
            </a:extLst>
          </p:cNvPr>
          <p:cNvCxnSpPr/>
          <p:nvPr/>
        </p:nvCxnSpPr>
        <p:spPr>
          <a:xfrm>
            <a:off x="7570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0E0B58-C0B2-DC77-F6D1-4A149C23BB1C}"/>
              </a:ext>
            </a:extLst>
          </p:cNvPr>
          <p:cNvCxnSpPr/>
          <p:nvPr/>
        </p:nvCxnSpPr>
        <p:spPr>
          <a:xfrm>
            <a:off x="7053632" y="245348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3A52F2-983C-579E-A0BC-04744400AC6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047282" y="311534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240B27-F93B-04A2-6E8E-F588C538E76C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034384" y="377720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79037C-75C3-B905-4697-B9A3C403EAB5}"/>
              </a:ext>
            </a:extLst>
          </p:cNvPr>
          <p:cNvCxnSpPr>
            <a:cxnSpLocks/>
          </p:cNvCxnSpPr>
          <p:nvPr/>
        </p:nvCxnSpPr>
        <p:spPr>
          <a:xfrm>
            <a:off x="7040735" y="457839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06BC667-592A-0E90-8030-3E0A0E599E4F}"/>
              </a:ext>
            </a:extLst>
          </p:cNvPr>
          <p:cNvSpPr txBox="1"/>
          <p:nvPr/>
        </p:nvSpPr>
        <p:spPr>
          <a:xfrm>
            <a:off x="6998527" y="459598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356D41-AEA5-A444-1DD1-5478078E1EBA}"/>
              </a:ext>
            </a:extLst>
          </p:cNvPr>
          <p:cNvSpPr/>
          <p:nvPr/>
        </p:nvSpPr>
        <p:spPr>
          <a:xfrm>
            <a:off x="6735392" y="338556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F45B5D3E-DEB8-A20E-A9CC-95D60B639BFD}"/>
              </a:ext>
            </a:extLst>
          </p:cNvPr>
          <p:cNvCxnSpPr>
            <a:stCxn id="21" idx="2"/>
            <a:endCxn id="21" idx="3"/>
          </p:cNvCxnSpPr>
          <p:nvPr/>
        </p:nvCxnSpPr>
        <p:spPr>
          <a:xfrm rot="5400000" flipH="1" flipV="1">
            <a:off x="7085969" y="352979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FFB43D5-0986-E281-0AF2-FA98482875D3}"/>
              </a:ext>
            </a:extLst>
          </p:cNvPr>
          <p:cNvSpPr/>
          <p:nvPr/>
        </p:nvSpPr>
        <p:spPr>
          <a:xfrm>
            <a:off x="6735391" y="417994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AFF2FE3-27FC-B959-22A0-7EEABF163C47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6653868" y="238162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899E58A-D908-BAD4-21EC-BF0CE843A8AA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076093" y="389871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397681-4CD0-E4B3-FD2E-1CEE60813907}"/>
              </a:ext>
            </a:extLst>
          </p:cNvPr>
          <p:cNvSpPr txBox="1"/>
          <p:nvPr/>
        </p:nvSpPr>
        <p:spPr>
          <a:xfrm>
            <a:off x="5163828" y="460703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2438CE-9A56-A54F-577B-4590ABC8FDE6}"/>
              </a:ext>
            </a:extLst>
          </p:cNvPr>
          <p:cNvCxnSpPr/>
          <p:nvPr/>
        </p:nvCxnSpPr>
        <p:spPr>
          <a:xfrm>
            <a:off x="94119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5BC82A5-7816-5BA7-207B-68A83D07B6DB}"/>
              </a:ext>
            </a:extLst>
          </p:cNvPr>
          <p:cNvCxnSpPr/>
          <p:nvPr/>
        </p:nvCxnSpPr>
        <p:spPr>
          <a:xfrm>
            <a:off x="10137690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B99852-4CC7-4385-E1B8-7474649055C4}"/>
              </a:ext>
            </a:extLst>
          </p:cNvPr>
          <p:cNvCxnSpPr/>
          <p:nvPr/>
        </p:nvCxnSpPr>
        <p:spPr>
          <a:xfrm>
            <a:off x="9737433" y="458215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270C39E-1A63-452D-82E6-8AA69DB09CCA}"/>
              </a:ext>
            </a:extLst>
          </p:cNvPr>
          <p:cNvSpPr txBox="1"/>
          <p:nvPr/>
        </p:nvSpPr>
        <p:spPr>
          <a:xfrm>
            <a:off x="9771161" y="458391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2528E-930E-A9BE-F0A7-2E5616CEB5C0}"/>
              </a:ext>
            </a:extLst>
          </p:cNvPr>
          <p:cNvSpPr/>
          <p:nvPr/>
        </p:nvSpPr>
        <p:spPr>
          <a:xfrm>
            <a:off x="9085943" y="205842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B767F8-20EB-91BB-8721-8B0CF06B3C4A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112265" y="331840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A6300CD-5DDD-F25A-2724-12DBB525182D}"/>
              </a:ext>
            </a:extLst>
          </p:cNvPr>
          <p:cNvSpPr txBox="1"/>
          <p:nvPr/>
        </p:nvSpPr>
        <p:spPr>
          <a:xfrm>
            <a:off x="8396308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2</a:t>
            </a:r>
            <a:endParaRPr lang="en-US" sz="1200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C588FC-2E82-CD7A-0DD4-697E2CACE023}"/>
              </a:ext>
            </a:extLst>
          </p:cNvPr>
          <p:cNvSpPr txBox="1"/>
          <p:nvPr/>
        </p:nvSpPr>
        <p:spPr>
          <a:xfrm>
            <a:off x="9160283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539F48-5AA0-E965-0FE3-6C3D0999C76E}"/>
              </a:ext>
            </a:extLst>
          </p:cNvPr>
          <p:cNvSpPr txBox="1"/>
          <p:nvPr/>
        </p:nvSpPr>
        <p:spPr>
          <a:xfrm>
            <a:off x="991432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E7A25A-1BFD-15EC-F9DB-9646F957A6C5}"/>
              </a:ext>
            </a:extLst>
          </p:cNvPr>
          <p:cNvSpPr txBox="1"/>
          <p:nvPr/>
        </p:nvSpPr>
        <p:spPr>
          <a:xfrm>
            <a:off x="6459703" y="174454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endParaRPr lang="en-US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48CD46-D904-6791-D1A3-642D8C6043B1}"/>
              </a:ext>
            </a:extLst>
          </p:cNvPr>
          <p:cNvSpPr txBox="1"/>
          <p:nvPr/>
        </p:nvSpPr>
        <p:spPr>
          <a:xfrm>
            <a:off x="7501939" y="1751143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endParaRPr lang="en-US" sz="1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C1B3D9-992B-F8A8-F068-5E96E3CE4573}"/>
              </a:ext>
            </a:extLst>
          </p:cNvPr>
          <p:cNvSpPr txBox="1"/>
          <p:nvPr/>
        </p:nvSpPr>
        <p:spPr>
          <a:xfrm>
            <a:off x="10166035" y="177590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DACB2C-9C1D-B7B2-759F-D9870E1ABF9D}"/>
              </a:ext>
            </a:extLst>
          </p:cNvPr>
          <p:cNvSpPr txBox="1"/>
          <p:nvPr/>
        </p:nvSpPr>
        <p:spPr>
          <a:xfrm>
            <a:off x="9293652" y="1745132"/>
            <a:ext cx="8723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 err="1"/>
              <a:t>valid_in</a:t>
            </a:r>
            <a:endParaRPr lang="en-US" sz="105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715789-D0DB-CFDB-4797-CD428A37D5A9}"/>
              </a:ext>
            </a:extLst>
          </p:cNvPr>
          <p:cNvSpPr txBox="1"/>
          <p:nvPr/>
        </p:nvSpPr>
        <p:spPr>
          <a:xfrm>
            <a:off x="9478137" y="491048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9050E4-F4E2-DE62-AC8E-78DFB3BB07BE}"/>
              </a:ext>
            </a:extLst>
          </p:cNvPr>
          <p:cNvSpPr txBox="1"/>
          <p:nvPr/>
        </p:nvSpPr>
        <p:spPr>
          <a:xfrm>
            <a:off x="7786159" y="1076227"/>
            <a:ext cx="17237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Neuron 0: beat 1</a:t>
            </a:r>
            <a:endParaRPr lang="en-US" sz="120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58EC35-D5F5-0FBC-2903-AA896768D622}"/>
              </a:ext>
            </a:extLst>
          </p:cNvPr>
          <p:cNvSpPr txBox="1"/>
          <p:nvPr/>
        </p:nvSpPr>
        <p:spPr>
          <a:xfrm>
            <a:off x="6938624" y="3122801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8437C8-19BC-F7EC-3D5B-1AA1CF3F3BBA}"/>
              </a:ext>
            </a:extLst>
          </p:cNvPr>
          <p:cNvSpPr txBox="1"/>
          <p:nvPr/>
        </p:nvSpPr>
        <p:spPr>
          <a:xfrm>
            <a:off x="7418425" y="360447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2278280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883B-F00D-C661-C20B-82EB5C14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A8E5C4-0738-FDE3-661E-A0AA4E69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F76D0612-331A-3B08-9066-8F0C159347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4764087" cy="4962904"/>
          </a:xfrm>
        </p:spPr>
        <p:txBody>
          <a:bodyPr/>
          <a:lstStyle/>
          <a:p>
            <a:r>
              <a:rPr lang="en-US" sz="2000" dirty="0"/>
              <a:t>e.g. 2 neurons, each with 4 inputs</a:t>
            </a:r>
          </a:p>
          <a:p>
            <a:pPr lvl="1"/>
            <a:r>
              <a:rPr lang="en-US" sz="2000" dirty="0"/>
              <a:t>P</a:t>
            </a:r>
            <a:r>
              <a:rPr lang="en-US" sz="2000" baseline="-25000" dirty="0"/>
              <a:t>W</a:t>
            </a:r>
            <a:r>
              <a:rPr lang="en-US" sz="2000" dirty="0"/>
              <a:t> = 2 </a:t>
            </a:r>
          </a:p>
          <a:p>
            <a:pPr lvl="2"/>
            <a:r>
              <a:rPr lang="en-US" sz="1400" dirty="0"/>
              <a:t>(2 beats per neuron)</a:t>
            </a:r>
          </a:p>
          <a:p>
            <a:pPr lvl="1"/>
            <a:r>
              <a:rPr lang="en-US" sz="2000" dirty="0"/>
              <a:t>Input = 0110</a:t>
            </a:r>
          </a:p>
          <a:p>
            <a:pPr lvl="1"/>
            <a:r>
              <a:rPr lang="en-US" sz="2000" dirty="0"/>
              <a:t>Neuron 0</a:t>
            </a:r>
          </a:p>
          <a:p>
            <a:pPr lvl="2"/>
            <a:r>
              <a:rPr lang="en-US" sz="1400" dirty="0"/>
              <a:t>Weights: 1011</a:t>
            </a:r>
          </a:p>
          <a:p>
            <a:pPr lvl="2"/>
            <a:r>
              <a:rPr lang="en-US" sz="1400" dirty="0"/>
              <a:t>Threshold: 2</a:t>
            </a:r>
          </a:p>
          <a:p>
            <a:pPr lvl="1"/>
            <a:r>
              <a:rPr lang="en-US" sz="2000" dirty="0"/>
              <a:t>Neuron 1</a:t>
            </a:r>
          </a:p>
          <a:p>
            <a:pPr lvl="2"/>
            <a:r>
              <a:rPr lang="en-US" sz="1400" dirty="0"/>
              <a:t>Weights: 0010</a:t>
            </a:r>
          </a:p>
          <a:p>
            <a:pPr lvl="2"/>
            <a:r>
              <a:rPr lang="en-US" sz="1400" dirty="0"/>
              <a:t>Threshold: 1</a:t>
            </a:r>
          </a:p>
          <a:p>
            <a:pPr lvl="2"/>
            <a:endParaRPr 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6A9AF8-6C54-4E1C-10AD-6150B85D35AF}"/>
              </a:ext>
            </a:extLst>
          </p:cNvPr>
          <p:cNvSpPr/>
          <p:nvPr/>
        </p:nvSpPr>
        <p:spPr>
          <a:xfrm>
            <a:off x="6357693" y="205842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B62D74-06DB-DBAC-D7E3-A464282889B6}"/>
              </a:ext>
            </a:extLst>
          </p:cNvPr>
          <p:cNvSpPr/>
          <p:nvPr/>
        </p:nvSpPr>
        <p:spPr>
          <a:xfrm>
            <a:off x="6357693" y="272370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264725-A668-4783-7701-7CEE7A659F0A}"/>
              </a:ext>
            </a:extLst>
          </p:cNvPr>
          <p:cNvCxnSpPr/>
          <p:nvPr/>
        </p:nvCxnSpPr>
        <p:spPr>
          <a:xfrm>
            <a:off x="6554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B54AD7-1EA3-0E91-A9FD-65D90D516C55}"/>
              </a:ext>
            </a:extLst>
          </p:cNvPr>
          <p:cNvCxnSpPr/>
          <p:nvPr/>
        </p:nvCxnSpPr>
        <p:spPr>
          <a:xfrm>
            <a:off x="7570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BC954E-922C-9C15-1FFC-C98428774285}"/>
              </a:ext>
            </a:extLst>
          </p:cNvPr>
          <p:cNvCxnSpPr/>
          <p:nvPr/>
        </p:nvCxnSpPr>
        <p:spPr>
          <a:xfrm>
            <a:off x="7053632" y="245348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61DD0B-00BF-8327-1BEB-46C15E063580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047282" y="311534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275D4B-F0D3-F9FD-F51F-4EAD0A139DE4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034384" y="377720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0B8F8B-A340-62F4-FDAE-314070B40A2C}"/>
              </a:ext>
            </a:extLst>
          </p:cNvPr>
          <p:cNvCxnSpPr>
            <a:cxnSpLocks/>
          </p:cNvCxnSpPr>
          <p:nvPr/>
        </p:nvCxnSpPr>
        <p:spPr>
          <a:xfrm>
            <a:off x="7040735" y="457839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32F9FB-1D91-2D39-ADBC-0EAC65BBDF2B}"/>
              </a:ext>
            </a:extLst>
          </p:cNvPr>
          <p:cNvSpPr txBox="1"/>
          <p:nvPr/>
        </p:nvSpPr>
        <p:spPr>
          <a:xfrm>
            <a:off x="6998527" y="459598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84EF9C-1B67-874F-0548-ECA73EB3B8DF}"/>
              </a:ext>
            </a:extLst>
          </p:cNvPr>
          <p:cNvSpPr/>
          <p:nvPr/>
        </p:nvSpPr>
        <p:spPr>
          <a:xfrm>
            <a:off x="6735392" y="338556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DD57314-2127-250D-5E23-74BC0F61969D}"/>
              </a:ext>
            </a:extLst>
          </p:cNvPr>
          <p:cNvCxnSpPr>
            <a:stCxn id="21" idx="2"/>
            <a:endCxn id="21" idx="3"/>
          </p:cNvCxnSpPr>
          <p:nvPr/>
        </p:nvCxnSpPr>
        <p:spPr>
          <a:xfrm rot="5400000" flipH="1" flipV="1">
            <a:off x="7085969" y="352979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68F5CF7-89A7-17CF-7FC0-E1ECD0068E88}"/>
              </a:ext>
            </a:extLst>
          </p:cNvPr>
          <p:cNvSpPr/>
          <p:nvPr/>
        </p:nvSpPr>
        <p:spPr>
          <a:xfrm>
            <a:off x="6735391" y="417994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02AFB52-DE0C-7D3A-4FC1-70616B72CF0D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6653868" y="238162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65432E8-D47C-ADFB-6BCF-4BA7727B7030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076093" y="389871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62AC9C-C183-F5F0-5006-B54EAE25D152}"/>
              </a:ext>
            </a:extLst>
          </p:cNvPr>
          <p:cNvSpPr txBox="1"/>
          <p:nvPr/>
        </p:nvSpPr>
        <p:spPr>
          <a:xfrm>
            <a:off x="5163828" y="460703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A9CBB1-BCC8-3ECA-5FBB-40F2DD52EF10}"/>
              </a:ext>
            </a:extLst>
          </p:cNvPr>
          <p:cNvCxnSpPr/>
          <p:nvPr/>
        </p:nvCxnSpPr>
        <p:spPr>
          <a:xfrm>
            <a:off x="94119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2AF0CC-882A-72F0-244B-4E5CB252B422}"/>
              </a:ext>
            </a:extLst>
          </p:cNvPr>
          <p:cNvCxnSpPr/>
          <p:nvPr/>
        </p:nvCxnSpPr>
        <p:spPr>
          <a:xfrm>
            <a:off x="10137690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74F5E3-1393-6EF9-2859-9F4C5488D8D4}"/>
              </a:ext>
            </a:extLst>
          </p:cNvPr>
          <p:cNvCxnSpPr/>
          <p:nvPr/>
        </p:nvCxnSpPr>
        <p:spPr>
          <a:xfrm>
            <a:off x="9737433" y="458215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6B7ABAC-E0F2-8ACA-0947-A99021F9A404}"/>
              </a:ext>
            </a:extLst>
          </p:cNvPr>
          <p:cNvSpPr txBox="1"/>
          <p:nvPr/>
        </p:nvSpPr>
        <p:spPr>
          <a:xfrm>
            <a:off x="9771161" y="458391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5A3317-34C8-8A4D-3686-FD513F5504F4}"/>
              </a:ext>
            </a:extLst>
          </p:cNvPr>
          <p:cNvSpPr/>
          <p:nvPr/>
        </p:nvSpPr>
        <p:spPr>
          <a:xfrm>
            <a:off x="9085943" y="205842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FA19CA4-6BFB-A474-26C9-BEB14D5291F0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112265" y="331840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EAC1627-6CB9-B2F5-EA25-D3DB8D1D2AA5}"/>
              </a:ext>
            </a:extLst>
          </p:cNvPr>
          <p:cNvSpPr txBox="1"/>
          <p:nvPr/>
        </p:nvSpPr>
        <p:spPr>
          <a:xfrm>
            <a:off x="8396308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2</a:t>
            </a:r>
            <a:endParaRPr lang="en-US" sz="12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D9C031-1B58-93AE-8161-1097BF174724}"/>
              </a:ext>
            </a:extLst>
          </p:cNvPr>
          <p:cNvSpPr txBox="1"/>
          <p:nvPr/>
        </p:nvSpPr>
        <p:spPr>
          <a:xfrm>
            <a:off x="6459703" y="174454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endParaRPr lang="en-US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D38C6A-5BA5-E82B-83F4-FC6FA4F0C9F2}"/>
              </a:ext>
            </a:extLst>
          </p:cNvPr>
          <p:cNvSpPr txBox="1"/>
          <p:nvPr/>
        </p:nvSpPr>
        <p:spPr>
          <a:xfrm>
            <a:off x="7501939" y="1751143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endParaRPr lang="en-US" sz="1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157FD8-3C36-9613-90CE-FDF62451AFD5}"/>
              </a:ext>
            </a:extLst>
          </p:cNvPr>
          <p:cNvSpPr txBox="1"/>
          <p:nvPr/>
        </p:nvSpPr>
        <p:spPr>
          <a:xfrm>
            <a:off x="10166035" y="177590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D8C2B7-6D4D-74DF-D11E-C13B13ED7EDB}"/>
              </a:ext>
            </a:extLst>
          </p:cNvPr>
          <p:cNvSpPr txBox="1"/>
          <p:nvPr/>
        </p:nvSpPr>
        <p:spPr>
          <a:xfrm>
            <a:off x="9293652" y="1745132"/>
            <a:ext cx="8723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 err="1"/>
              <a:t>valid_in</a:t>
            </a:r>
            <a:endParaRPr lang="en-US" sz="105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C50F7-9233-72D8-4625-CA87A548FA6C}"/>
              </a:ext>
            </a:extLst>
          </p:cNvPr>
          <p:cNvSpPr txBox="1"/>
          <p:nvPr/>
        </p:nvSpPr>
        <p:spPr>
          <a:xfrm>
            <a:off x="9478137" y="490044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4CA351-09C8-61B4-5CD4-F8D0101C2888}"/>
              </a:ext>
            </a:extLst>
          </p:cNvPr>
          <p:cNvSpPr txBox="1"/>
          <p:nvPr/>
        </p:nvSpPr>
        <p:spPr>
          <a:xfrm>
            <a:off x="7786159" y="1076227"/>
            <a:ext cx="17237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Neuron 0: output</a:t>
            </a:r>
            <a:endParaRPr lang="en-US" sz="12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C66755-188C-0FD4-1935-AADD6C015B1C}"/>
              </a:ext>
            </a:extLst>
          </p:cNvPr>
          <p:cNvSpPr txBox="1"/>
          <p:nvPr/>
        </p:nvSpPr>
        <p:spPr>
          <a:xfrm>
            <a:off x="7418424" y="3604478"/>
            <a:ext cx="122958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 (resets </a:t>
            </a:r>
            <a:br>
              <a:rPr lang="en-US" sz="1600" i="1" dirty="0"/>
            </a:br>
            <a:r>
              <a:rPr lang="en-US" sz="1600" i="1" dirty="0"/>
              <a:t>on last)</a:t>
            </a:r>
            <a:endParaRPr lang="en-US" sz="12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42DDF8-4283-9FC8-0D6D-C1170EE2404B}"/>
              </a:ext>
            </a:extLst>
          </p:cNvPr>
          <p:cNvSpPr txBox="1"/>
          <p:nvPr/>
        </p:nvSpPr>
        <p:spPr>
          <a:xfrm>
            <a:off x="5932757" y="490044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91F11-BD6F-AAF6-4F37-6E5A1144AC80}"/>
              </a:ext>
            </a:extLst>
          </p:cNvPr>
          <p:cNvSpPr txBox="1"/>
          <p:nvPr/>
        </p:nvSpPr>
        <p:spPr>
          <a:xfrm>
            <a:off x="6777920" y="490044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361883752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000E-D8E1-F6E1-C628-C626B6D5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B67D47-C2D6-E16D-5DA7-710DCE8C0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6C3650E5-1269-5741-CA28-7E1EA0F0D1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4764087" cy="4962904"/>
          </a:xfrm>
        </p:spPr>
        <p:txBody>
          <a:bodyPr/>
          <a:lstStyle/>
          <a:p>
            <a:r>
              <a:rPr lang="en-US" sz="2000" dirty="0"/>
              <a:t>e.g. 2 neurons, each with 4 inputs</a:t>
            </a:r>
          </a:p>
          <a:p>
            <a:pPr lvl="1"/>
            <a:r>
              <a:rPr lang="en-US" sz="2000" dirty="0"/>
              <a:t>P</a:t>
            </a:r>
            <a:r>
              <a:rPr lang="en-US" sz="2000" baseline="-25000" dirty="0"/>
              <a:t>W</a:t>
            </a:r>
            <a:r>
              <a:rPr lang="en-US" sz="2000" dirty="0"/>
              <a:t> = 2 </a:t>
            </a:r>
          </a:p>
          <a:p>
            <a:pPr lvl="2"/>
            <a:r>
              <a:rPr lang="en-US" sz="1400" dirty="0"/>
              <a:t>(2 beats per neuron)</a:t>
            </a:r>
          </a:p>
          <a:p>
            <a:pPr lvl="1"/>
            <a:r>
              <a:rPr lang="en-US" sz="2000" dirty="0"/>
              <a:t>Input = 0110</a:t>
            </a:r>
          </a:p>
          <a:p>
            <a:pPr lvl="1"/>
            <a:r>
              <a:rPr lang="en-US" sz="2000" dirty="0"/>
              <a:t>Neuron 0</a:t>
            </a:r>
          </a:p>
          <a:p>
            <a:pPr lvl="2"/>
            <a:r>
              <a:rPr lang="en-US" sz="1400" dirty="0"/>
              <a:t>Weights: 1011</a:t>
            </a:r>
          </a:p>
          <a:p>
            <a:pPr lvl="2"/>
            <a:r>
              <a:rPr lang="en-US" sz="1400" dirty="0"/>
              <a:t>Threshold: 2</a:t>
            </a:r>
          </a:p>
          <a:p>
            <a:pPr lvl="1"/>
            <a:r>
              <a:rPr lang="en-US" sz="2000" dirty="0"/>
              <a:t>Neuron 1</a:t>
            </a:r>
          </a:p>
          <a:p>
            <a:pPr lvl="2"/>
            <a:r>
              <a:rPr lang="en-US" sz="1400" dirty="0"/>
              <a:t>Weights: 0010</a:t>
            </a:r>
          </a:p>
          <a:p>
            <a:pPr lvl="2"/>
            <a:r>
              <a:rPr lang="en-US" sz="1400" dirty="0"/>
              <a:t>Threshold: 1</a:t>
            </a:r>
          </a:p>
          <a:p>
            <a:pPr lvl="2"/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A9037-40FA-337A-F048-1F4932640A01}"/>
              </a:ext>
            </a:extLst>
          </p:cNvPr>
          <p:cNvSpPr txBox="1"/>
          <p:nvPr/>
        </p:nvSpPr>
        <p:spPr>
          <a:xfrm>
            <a:off x="6279266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10</a:t>
            </a:r>
            <a:endParaRPr lang="en-US" sz="12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4F5C7-0089-B488-82A0-25235659133F}"/>
              </a:ext>
            </a:extLst>
          </p:cNvPr>
          <p:cNvSpPr txBox="1"/>
          <p:nvPr/>
        </p:nvSpPr>
        <p:spPr>
          <a:xfrm>
            <a:off x="730985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10</a:t>
            </a:r>
            <a:endParaRPr lang="en-US" sz="12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BE0DC-08BF-1F9E-E1F3-6F9B8DC2F16F}"/>
              </a:ext>
            </a:extLst>
          </p:cNvPr>
          <p:cNvSpPr/>
          <p:nvPr/>
        </p:nvSpPr>
        <p:spPr>
          <a:xfrm>
            <a:off x="6357693" y="205842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56B8B2-123C-F972-9043-1D1A070CC771}"/>
              </a:ext>
            </a:extLst>
          </p:cNvPr>
          <p:cNvSpPr/>
          <p:nvPr/>
        </p:nvSpPr>
        <p:spPr>
          <a:xfrm>
            <a:off x="6357693" y="272370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447C64-80B2-7C10-A03B-CA2C790B588F}"/>
              </a:ext>
            </a:extLst>
          </p:cNvPr>
          <p:cNvCxnSpPr/>
          <p:nvPr/>
        </p:nvCxnSpPr>
        <p:spPr>
          <a:xfrm>
            <a:off x="6554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DBA1DC-DB29-EC57-ADE0-BD6C89E67657}"/>
              </a:ext>
            </a:extLst>
          </p:cNvPr>
          <p:cNvCxnSpPr/>
          <p:nvPr/>
        </p:nvCxnSpPr>
        <p:spPr>
          <a:xfrm>
            <a:off x="7570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D182D0-0B6F-36AF-9092-2129E0F5C4A7}"/>
              </a:ext>
            </a:extLst>
          </p:cNvPr>
          <p:cNvCxnSpPr/>
          <p:nvPr/>
        </p:nvCxnSpPr>
        <p:spPr>
          <a:xfrm>
            <a:off x="7053632" y="245348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33C7BC-2D0B-1C24-FFD3-B40CA871732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047282" y="311534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88B83C-D178-06F4-CC25-4E99E0FE04F7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034384" y="377720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FD38EE-81C0-F341-A8C0-E50AB835F024}"/>
              </a:ext>
            </a:extLst>
          </p:cNvPr>
          <p:cNvCxnSpPr>
            <a:cxnSpLocks/>
          </p:cNvCxnSpPr>
          <p:nvPr/>
        </p:nvCxnSpPr>
        <p:spPr>
          <a:xfrm>
            <a:off x="7040735" y="457839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DB2DDD-2E55-C68C-7033-F2F65E0C2ED6}"/>
              </a:ext>
            </a:extLst>
          </p:cNvPr>
          <p:cNvSpPr txBox="1"/>
          <p:nvPr/>
        </p:nvSpPr>
        <p:spPr>
          <a:xfrm>
            <a:off x="6998527" y="459598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737EF-E273-74BE-057E-9CEA8A9FBBDF}"/>
              </a:ext>
            </a:extLst>
          </p:cNvPr>
          <p:cNvSpPr/>
          <p:nvPr/>
        </p:nvSpPr>
        <p:spPr>
          <a:xfrm>
            <a:off x="6735392" y="338556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8632F04-EF43-82EA-6606-ECA89B2F88FA}"/>
              </a:ext>
            </a:extLst>
          </p:cNvPr>
          <p:cNvCxnSpPr>
            <a:stCxn id="21" idx="2"/>
            <a:endCxn id="21" idx="3"/>
          </p:cNvCxnSpPr>
          <p:nvPr/>
        </p:nvCxnSpPr>
        <p:spPr>
          <a:xfrm rot="5400000" flipH="1" flipV="1">
            <a:off x="7085969" y="352979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84003-2A4F-8726-576A-29A2D87DD264}"/>
              </a:ext>
            </a:extLst>
          </p:cNvPr>
          <p:cNvSpPr/>
          <p:nvPr/>
        </p:nvSpPr>
        <p:spPr>
          <a:xfrm>
            <a:off x="6735391" y="417994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410DEDB-AE85-5E2E-93B4-424F228FFF2F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6653868" y="238162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A548FD1-3F5C-AC0D-16EE-69BD0B1AEAFD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076093" y="389871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9588ABE-D26C-C220-92A2-4E18D6170060}"/>
              </a:ext>
            </a:extLst>
          </p:cNvPr>
          <p:cNvSpPr txBox="1"/>
          <p:nvPr/>
        </p:nvSpPr>
        <p:spPr>
          <a:xfrm>
            <a:off x="5163828" y="460703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E5EFA0-2CA3-172B-EF37-92AB4810A266}"/>
              </a:ext>
            </a:extLst>
          </p:cNvPr>
          <p:cNvCxnSpPr/>
          <p:nvPr/>
        </p:nvCxnSpPr>
        <p:spPr>
          <a:xfrm>
            <a:off x="94119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7183A42-CA40-D823-3522-9850E5CEE9CA}"/>
              </a:ext>
            </a:extLst>
          </p:cNvPr>
          <p:cNvCxnSpPr/>
          <p:nvPr/>
        </p:nvCxnSpPr>
        <p:spPr>
          <a:xfrm>
            <a:off x="10137690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04146D-6778-6B6A-B0FA-7C4FB1572C52}"/>
              </a:ext>
            </a:extLst>
          </p:cNvPr>
          <p:cNvCxnSpPr/>
          <p:nvPr/>
        </p:nvCxnSpPr>
        <p:spPr>
          <a:xfrm>
            <a:off x="9737433" y="458215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D4F3ACA-8E2C-D6A2-22C7-14C6549ECA76}"/>
              </a:ext>
            </a:extLst>
          </p:cNvPr>
          <p:cNvSpPr txBox="1"/>
          <p:nvPr/>
        </p:nvSpPr>
        <p:spPr>
          <a:xfrm>
            <a:off x="9771161" y="458391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65D6A5-A789-9244-E13D-6979DECA7437}"/>
              </a:ext>
            </a:extLst>
          </p:cNvPr>
          <p:cNvSpPr/>
          <p:nvPr/>
        </p:nvSpPr>
        <p:spPr>
          <a:xfrm>
            <a:off x="9085943" y="205842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288F6AD-F834-82AA-E9B5-E288C9586D65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112265" y="331840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E2C23C8-6B80-9F17-961F-C7256E60599A}"/>
              </a:ext>
            </a:extLst>
          </p:cNvPr>
          <p:cNvSpPr txBox="1"/>
          <p:nvPr/>
        </p:nvSpPr>
        <p:spPr>
          <a:xfrm>
            <a:off x="8396308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97BB42-FFF8-B8F5-29CA-7064655C88E6}"/>
              </a:ext>
            </a:extLst>
          </p:cNvPr>
          <p:cNvSpPr txBox="1"/>
          <p:nvPr/>
        </p:nvSpPr>
        <p:spPr>
          <a:xfrm>
            <a:off x="9160283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40515C-A46F-57A6-132A-7016B2D9CC7B}"/>
              </a:ext>
            </a:extLst>
          </p:cNvPr>
          <p:cNvSpPr txBox="1"/>
          <p:nvPr/>
        </p:nvSpPr>
        <p:spPr>
          <a:xfrm>
            <a:off x="991432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580A2B-B823-5C22-A05E-7BB8B388030E}"/>
              </a:ext>
            </a:extLst>
          </p:cNvPr>
          <p:cNvSpPr txBox="1"/>
          <p:nvPr/>
        </p:nvSpPr>
        <p:spPr>
          <a:xfrm>
            <a:off x="6459703" y="174454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endParaRPr lang="en-US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7BD9EE-1AEF-05C1-F05C-710D4AD33B1F}"/>
              </a:ext>
            </a:extLst>
          </p:cNvPr>
          <p:cNvSpPr txBox="1"/>
          <p:nvPr/>
        </p:nvSpPr>
        <p:spPr>
          <a:xfrm>
            <a:off x="7501939" y="1751143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endParaRPr lang="en-US" sz="1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853FF6-0644-C814-2ED6-AEA9D9D71011}"/>
              </a:ext>
            </a:extLst>
          </p:cNvPr>
          <p:cNvSpPr txBox="1"/>
          <p:nvPr/>
        </p:nvSpPr>
        <p:spPr>
          <a:xfrm>
            <a:off x="10166035" y="177590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96AA84-B515-0655-9B4D-09BA7724A7A4}"/>
              </a:ext>
            </a:extLst>
          </p:cNvPr>
          <p:cNvSpPr txBox="1"/>
          <p:nvPr/>
        </p:nvSpPr>
        <p:spPr>
          <a:xfrm>
            <a:off x="9293652" y="1745132"/>
            <a:ext cx="8723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 err="1"/>
              <a:t>valid_in</a:t>
            </a:r>
            <a:endParaRPr lang="en-US" sz="105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236D28-B7BD-A1FA-DC45-F2EFD7B1846C}"/>
              </a:ext>
            </a:extLst>
          </p:cNvPr>
          <p:cNvSpPr txBox="1"/>
          <p:nvPr/>
        </p:nvSpPr>
        <p:spPr>
          <a:xfrm>
            <a:off x="9478137" y="491048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D7F69D-634B-F1AF-45C0-A9828774FA25}"/>
              </a:ext>
            </a:extLst>
          </p:cNvPr>
          <p:cNvSpPr txBox="1"/>
          <p:nvPr/>
        </p:nvSpPr>
        <p:spPr>
          <a:xfrm>
            <a:off x="7786159" y="1076227"/>
            <a:ext cx="17237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Neuron 1: beat 0</a:t>
            </a:r>
            <a:endParaRPr lang="en-US" sz="120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B23FAC-519F-EA63-83A6-AA22621DB7DD}"/>
              </a:ext>
            </a:extLst>
          </p:cNvPr>
          <p:cNvSpPr txBox="1"/>
          <p:nvPr/>
        </p:nvSpPr>
        <p:spPr>
          <a:xfrm>
            <a:off x="6938624" y="3122801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2</a:t>
            </a:r>
            <a:endParaRPr lang="en-US" sz="12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665D46-1029-6BE6-0ED2-37FEC83A881D}"/>
              </a:ext>
            </a:extLst>
          </p:cNvPr>
          <p:cNvSpPr txBox="1"/>
          <p:nvPr/>
        </p:nvSpPr>
        <p:spPr>
          <a:xfrm>
            <a:off x="7418425" y="360447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3441505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CAB71-2803-B971-0F6A-9E7739DD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0E6F6-66C0-842B-BA01-717D418F1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5CD4E53C-DAF4-B51A-6E99-9EBB0782E4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4764087" cy="4962904"/>
          </a:xfrm>
        </p:spPr>
        <p:txBody>
          <a:bodyPr/>
          <a:lstStyle/>
          <a:p>
            <a:r>
              <a:rPr lang="en-US" sz="2000" dirty="0"/>
              <a:t>e.g. 2 neurons, each with 4 inputs</a:t>
            </a:r>
          </a:p>
          <a:p>
            <a:pPr lvl="1"/>
            <a:r>
              <a:rPr lang="en-US" sz="2000" dirty="0"/>
              <a:t>P</a:t>
            </a:r>
            <a:r>
              <a:rPr lang="en-US" sz="2000" baseline="-25000" dirty="0"/>
              <a:t>W</a:t>
            </a:r>
            <a:r>
              <a:rPr lang="en-US" sz="2000" dirty="0"/>
              <a:t> = 2</a:t>
            </a:r>
          </a:p>
          <a:p>
            <a:pPr lvl="2"/>
            <a:r>
              <a:rPr lang="en-US" sz="1400" dirty="0"/>
              <a:t>(2 beats per neuron)</a:t>
            </a:r>
            <a:endParaRPr lang="en-US" sz="2000" dirty="0"/>
          </a:p>
          <a:p>
            <a:pPr lvl="1"/>
            <a:r>
              <a:rPr lang="en-US" sz="2000" dirty="0"/>
              <a:t>Input = 0110</a:t>
            </a:r>
          </a:p>
          <a:p>
            <a:pPr lvl="1"/>
            <a:r>
              <a:rPr lang="en-US" sz="2000" dirty="0"/>
              <a:t>Neuron 0</a:t>
            </a:r>
          </a:p>
          <a:p>
            <a:pPr lvl="2"/>
            <a:r>
              <a:rPr lang="en-US" sz="1400" dirty="0"/>
              <a:t>Weights: 1011</a:t>
            </a:r>
          </a:p>
          <a:p>
            <a:pPr lvl="2"/>
            <a:r>
              <a:rPr lang="en-US" sz="1400" dirty="0"/>
              <a:t>Threshold: 2</a:t>
            </a:r>
          </a:p>
          <a:p>
            <a:pPr lvl="1"/>
            <a:r>
              <a:rPr lang="en-US" sz="2000" dirty="0"/>
              <a:t>Neuron 1</a:t>
            </a:r>
          </a:p>
          <a:p>
            <a:pPr lvl="2"/>
            <a:r>
              <a:rPr lang="en-US" sz="1400" dirty="0"/>
              <a:t>Weights: 0010</a:t>
            </a:r>
          </a:p>
          <a:p>
            <a:pPr lvl="2"/>
            <a:r>
              <a:rPr lang="en-US" sz="1400" dirty="0"/>
              <a:t>Threshold: 1</a:t>
            </a:r>
          </a:p>
          <a:p>
            <a:pPr lvl="2"/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AE5D3-49B2-1A29-FD27-7872D2C5045E}"/>
              </a:ext>
            </a:extLst>
          </p:cNvPr>
          <p:cNvSpPr txBox="1"/>
          <p:nvPr/>
        </p:nvSpPr>
        <p:spPr>
          <a:xfrm>
            <a:off x="6279266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01</a:t>
            </a:r>
            <a:endParaRPr lang="en-US" sz="12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19333-8F08-526E-9197-4A95B342DA4D}"/>
              </a:ext>
            </a:extLst>
          </p:cNvPr>
          <p:cNvSpPr txBox="1"/>
          <p:nvPr/>
        </p:nvSpPr>
        <p:spPr>
          <a:xfrm>
            <a:off x="730985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00</a:t>
            </a:r>
            <a:endParaRPr lang="en-US" sz="12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270B58-555D-2B88-1385-00FD70DDAD2D}"/>
              </a:ext>
            </a:extLst>
          </p:cNvPr>
          <p:cNvSpPr/>
          <p:nvPr/>
        </p:nvSpPr>
        <p:spPr>
          <a:xfrm>
            <a:off x="6357693" y="205842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357D3-7E98-D7D2-A1FD-1E195801430C}"/>
              </a:ext>
            </a:extLst>
          </p:cNvPr>
          <p:cNvSpPr/>
          <p:nvPr/>
        </p:nvSpPr>
        <p:spPr>
          <a:xfrm>
            <a:off x="6357693" y="272370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B06981-9CC4-A1A5-15DE-4E489B284C10}"/>
              </a:ext>
            </a:extLst>
          </p:cNvPr>
          <p:cNvCxnSpPr/>
          <p:nvPr/>
        </p:nvCxnSpPr>
        <p:spPr>
          <a:xfrm>
            <a:off x="6554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A3C009-0321-1529-58BB-98985DF66587}"/>
              </a:ext>
            </a:extLst>
          </p:cNvPr>
          <p:cNvCxnSpPr/>
          <p:nvPr/>
        </p:nvCxnSpPr>
        <p:spPr>
          <a:xfrm>
            <a:off x="7570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D5BE5A-5388-EFC4-FE1C-37054A0ED949}"/>
              </a:ext>
            </a:extLst>
          </p:cNvPr>
          <p:cNvCxnSpPr/>
          <p:nvPr/>
        </p:nvCxnSpPr>
        <p:spPr>
          <a:xfrm>
            <a:off x="7053632" y="245348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C75D78-CB0C-BD10-3321-ED3304632A51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047282" y="311534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D39366-2DFB-B728-7AB7-321ABC58503B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034384" y="377720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7D306D-3598-C958-7787-9B4D18B94E3C}"/>
              </a:ext>
            </a:extLst>
          </p:cNvPr>
          <p:cNvCxnSpPr>
            <a:cxnSpLocks/>
          </p:cNvCxnSpPr>
          <p:nvPr/>
        </p:nvCxnSpPr>
        <p:spPr>
          <a:xfrm>
            <a:off x="7040735" y="457839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112D3A6-B785-BA9C-B28B-F374969EDF06}"/>
              </a:ext>
            </a:extLst>
          </p:cNvPr>
          <p:cNvSpPr txBox="1"/>
          <p:nvPr/>
        </p:nvSpPr>
        <p:spPr>
          <a:xfrm>
            <a:off x="6998527" y="459598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B9EF5-54D1-2030-E07C-AEA5D3743495}"/>
              </a:ext>
            </a:extLst>
          </p:cNvPr>
          <p:cNvSpPr/>
          <p:nvPr/>
        </p:nvSpPr>
        <p:spPr>
          <a:xfrm>
            <a:off x="6735392" y="338556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9DA0104-4982-24CF-A041-F1EE17670564}"/>
              </a:ext>
            </a:extLst>
          </p:cNvPr>
          <p:cNvCxnSpPr>
            <a:stCxn id="21" idx="2"/>
            <a:endCxn id="21" idx="3"/>
          </p:cNvCxnSpPr>
          <p:nvPr/>
        </p:nvCxnSpPr>
        <p:spPr>
          <a:xfrm rot="5400000" flipH="1" flipV="1">
            <a:off x="7085969" y="352979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A628923-4FB3-47C3-0ADA-1350F526654E}"/>
              </a:ext>
            </a:extLst>
          </p:cNvPr>
          <p:cNvSpPr/>
          <p:nvPr/>
        </p:nvSpPr>
        <p:spPr>
          <a:xfrm>
            <a:off x="6735391" y="417994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124ACB0-46FA-9278-FB8D-B9C2F561859E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6653868" y="238162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FD8FE57-8E44-3D37-E0D3-5C649E71D94F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076093" y="389871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60570F-F645-BF7F-85A7-3318A9073847}"/>
              </a:ext>
            </a:extLst>
          </p:cNvPr>
          <p:cNvSpPr txBox="1"/>
          <p:nvPr/>
        </p:nvSpPr>
        <p:spPr>
          <a:xfrm>
            <a:off x="5163828" y="460703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155F58-E197-DE01-3CCF-7BCF33C69071}"/>
              </a:ext>
            </a:extLst>
          </p:cNvPr>
          <p:cNvCxnSpPr/>
          <p:nvPr/>
        </p:nvCxnSpPr>
        <p:spPr>
          <a:xfrm>
            <a:off x="94119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B98C43D-3997-9BC6-2DF4-759D33C045C8}"/>
              </a:ext>
            </a:extLst>
          </p:cNvPr>
          <p:cNvCxnSpPr/>
          <p:nvPr/>
        </p:nvCxnSpPr>
        <p:spPr>
          <a:xfrm>
            <a:off x="10137690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0EA387-1CA2-EEDE-5874-35AF0B885341}"/>
              </a:ext>
            </a:extLst>
          </p:cNvPr>
          <p:cNvCxnSpPr/>
          <p:nvPr/>
        </p:nvCxnSpPr>
        <p:spPr>
          <a:xfrm>
            <a:off x="9737433" y="458215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2E43ACF-DA1D-B215-F0DF-228A3643960E}"/>
              </a:ext>
            </a:extLst>
          </p:cNvPr>
          <p:cNvSpPr txBox="1"/>
          <p:nvPr/>
        </p:nvSpPr>
        <p:spPr>
          <a:xfrm>
            <a:off x="9771161" y="458391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41FA10-C2FA-A385-F147-4D1FC00B30C0}"/>
              </a:ext>
            </a:extLst>
          </p:cNvPr>
          <p:cNvSpPr/>
          <p:nvPr/>
        </p:nvSpPr>
        <p:spPr>
          <a:xfrm>
            <a:off x="9085943" y="205842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72BC85-FC4B-F44B-DDFD-BA14BD8117FE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112265" y="331840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23298A9-FFE9-C56F-FF58-A1A2F88CFFCB}"/>
              </a:ext>
            </a:extLst>
          </p:cNvPr>
          <p:cNvSpPr txBox="1"/>
          <p:nvPr/>
        </p:nvSpPr>
        <p:spPr>
          <a:xfrm>
            <a:off x="8396308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63247B-18E7-3A03-E8D6-EF589A8E622E}"/>
              </a:ext>
            </a:extLst>
          </p:cNvPr>
          <p:cNvSpPr txBox="1"/>
          <p:nvPr/>
        </p:nvSpPr>
        <p:spPr>
          <a:xfrm>
            <a:off x="9160283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7B2CE8-2A55-7EC9-3A1D-F57AEEE0773F}"/>
              </a:ext>
            </a:extLst>
          </p:cNvPr>
          <p:cNvSpPr txBox="1"/>
          <p:nvPr/>
        </p:nvSpPr>
        <p:spPr>
          <a:xfrm>
            <a:off x="9914329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AD555A-150E-463D-3FF9-4A7C1D1437DD}"/>
              </a:ext>
            </a:extLst>
          </p:cNvPr>
          <p:cNvSpPr txBox="1"/>
          <p:nvPr/>
        </p:nvSpPr>
        <p:spPr>
          <a:xfrm>
            <a:off x="6459703" y="174454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endParaRPr lang="en-US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7F54A9-283F-A889-0E96-55261A1C2694}"/>
              </a:ext>
            </a:extLst>
          </p:cNvPr>
          <p:cNvSpPr txBox="1"/>
          <p:nvPr/>
        </p:nvSpPr>
        <p:spPr>
          <a:xfrm>
            <a:off x="7501939" y="1751143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endParaRPr lang="en-US" sz="1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D1CD8A-CFCC-48B4-54B9-8E446CBC39B0}"/>
              </a:ext>
            </a:extLst>
          </p:cNvPr>
          <p:cNvSpPr txBox="1"/>
          <p:nvPr/>
        </p:nvSpPr>
        <p:spPr>
          <a:xfrm>
            <a:off x="10166035" y="177590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E20141-FE6A-3FAF-2265-58F8B92494CB}"/>
              </a:ext>
            </a:extLst>
          </p:cNvPr>
          <p:cNvSpPr txBox="1"/>
          <p:nvPr/>
        </p:nvSpPr>
        <p:spPr>
          <a:xfrm>
            <a:off x="9293652" y="1745132"/>
            <a:ext cx="8723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 err="1"/>
              <a:t>valid_in</a:t>
            </a:r>
            <a:endParaRPr lang="en-US" sz="105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2CF357-C8F5-FBB9-6BB7-0E6CA601D782}"/>
              </a:ext>
            </a:extLst>
          </p:cNvPr>
          <p:cNvSpPr txBox="1"/>
          <p:nvPr/>
        </p:nvSpPr>
        <p:spPr>
          <a:xfrm>
            <a:off x="9478137" y="491048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</a:t>
            </a:r>
            <a:endParaRPr lang="en-US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CDB37F-5F4F-96E2-9C40-BF1815215035}"/>
              </a:ext>
            </a:extLst>
          </p:cNvPr>
          <p:cNvSpPr txBox="1"/>
          <p:nvPr/>
        </p:nvSpPr>
        <p:spPr>
          <a:xfrm>
            <a:off x="7786159" y="1076227"/>
            <a:ext cx="17237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Neuron 1: beat 1</a:t>
            </a:r>
            <a:endParaRPr lang="en-US" sz="1200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6B1018-5574-A15E-E489-8BD198E4EC8D}"/>
              </a:ext>
            </a:extLst>
          </p:cNvPr>
          <p:cNvSpPr txBox="1"/>
          <p:nvPr/>
        </p:nvSpPr>
        <p:spPr>
          <a:xfrm>
            <a:off x="6938624" y="3122801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0917CF-50D3-4747-E44C-DB6C60A624DB}"/>
              </a:ext>
            </a:extLst>
          </p:cNvPr>
          <p:cNvSpPr txBox="1"/>
          <p:nvPr/>
        </p:nvSpPr>
        <p:spPr>
          <a:xfrm>
            <a:off x="7418425" y="360447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2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65918696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85B4-9F77-58D5-BB4D-67B9CC50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A1AD12-C968-5573-719B-D22BBA1D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Interface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5555CD49-21DF-3974-4670-F6A796731B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4764087" cy="4962904"/>
          </a:xfrm>
        </p:spPr>
        <p:txBody>
          <a:bodyPr/>
          <a:lstStyle/>
          <a:p>
            <a:r>
              <a:rPr lang="en-US" sz="2000" dirty="0"/>
              <a:t>e.g. 2 neurons, each with 4 inputs</a:t>
            </a:r>
          </a:p>
          <a:p>
            <a:pPr lvl="1"/>
            <a:r>
              <a:rPr lang="en-US" sz="2000" dirty="0"/>
              <a:t>P</a:t>
            </a:r>
            <a:r>
              <a:rPr lang="en-US" sz="2000" baseline="-25000" dirty="0"/>
              <a:t>W</a:t>
            </a:r>
            <a:r>
              <a:rPr lang="en-US" sz="2000" dirty="0"/>
              <a:t> = 2 </a:t>
            </a:r>
          </a:p>
          <a:p>
            <a:pPr lvl="2"/>
            <a:r>
              <a:rPr lang="en-US" sz="1400" dirty="0"/>
              <a:t>(2 beats per neuron)</a:t>
            </a:r>
          </a:p>
          <a:p>
            <a:pPr lvl="1"/>
            <a:r>
              <a:rPr lang="en-US" sz="2000" dirty="0"/>
              <a:t>Input = 0110</a:t>
            </a:r>
          </a:p>
          <a:p>
            <a:pPr lvl="1"/>
            <a:r>
              <a:rPr lang="en-US" sz="2000" dirty="0"/>
              <a:t>Neuron 0</a:t>
            </a:r>
          </a:p>
          <a:p>
            <a:pPr lvl="2"/>
            <a:r>
              <a:rPr lang="en-US" sz="1400" dirty="0"/>
              <a:t>Weights: 1011</a:t>
            </a:r>
          </a:p>
          <a:p>
            <a:pPr lvl="2"/>
            <a:r>
              <a:rPr lang="en-US" sz="1400" dirty="0"/>
              <a:t>Threshold: 2</a:t>
            </a:r>
          </a:p>
          <a:p>
            <a:pPr lvl="1"/>
            <a:r>
              <a:rPr lang="en-US" sz="2000" dirty="0"/>
              <a:t>Neuron 1</a:t>
            </a:r>
          </a:p>
          <a:p>
            <a:pPr lvl="2"/>
            <a:r>
              <a:rPr lang="en-US" sz="1400" dirty="0"/>
              <a:t>Weights: 0010</a:t>
            </a:r>
          </a:p>
          <a:p>
            <a:pPr lvl="2"/>
            <a:r>
              <a:rPr lang="en-US" sz="1400" dirty="0"/>
              <a:t>Threshold: 1</a:t>
            </a:r>
          </a:p>
          <a:p>
            <a:pPr lvl="2"/>
            <a:endParaRPr 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26A64-F3AD-6138-C00B-78E1096438E2}"/>
              </a:ext>
            </a:extLst>
          </p:cNvPr>
          <p:cNvSpPr/>
          <p:nvPr/>
        </p:nvSpPr>
        <p:spPr>
          <a:xfrm>
            <a:off x="6357693" y="205842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6138F-97CD-E748-8757-FBAE21203706}"/>
              </a:ext>
            </a:extLst>
          </p:cNvPr>
          <p:cNvSpPr/>
          <p:nvPr/>
        </p:nvSpPr>
        <p:spPr>
          <a:xfrm>
            <a:off x="6357693" y="272370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76E2D1-27B1-05F6-6113-154A1FD93B9F}"/>
              </a:ext>
            </a:extLst>
          </p:cNvPr>
          <p:cNvCxnSpPr/>
          <p:nvPr/>
        </p:nvCxnSpPr>
        <p:spPr>
          <a:xfrm>
            <a:off x="6554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FB229D-89E6-7013-8869-F209FBAD3F99}"/>
              </a:ext>
            </a:extLst>
          </p:cNvPr>
          <p:cNvCxnSpPr/>
          <p:nvPr/>
        </p:nvCxnSpPr>
        <p:spPr>
          <a:xfrm>
            <a:off x="75704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3B2247-C76A-F787-2960-7BBFA6B5D3AB}"/>
              </a:ext>
            </a:extLst>
          </p:cNvPr>
          <p:cNvCxnSpPr/>
          <p:nvPr/>
        </p:nvCxnSpPr>
        <p:spPr>
          <a:xfrm>
            <a:off x="7053632" y="2453489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2B3392-131A-2D0B-FF8F-B0BDB0010E7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047282" y="3115348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6FC916-4912-AF13-5D4D-904648CB0137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034384" y="3777207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EA83A0-0D9E-890D-149D-9C6769205111}"/>
              </a:ext>
            </a:extLst>
          </p:cNvPr>
          <p:cNvCxnSpPr>
            <a:cxnSpLocks/>
          </p:cNvCxnSpPr>
          <p:nvPr/>
        </p:nvCxnSpPr>
        <p:spPr>
          <a:xfrm>
            <a:off x="7040735" y="4578398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7759F3-71C4-16E7-0BDA-487F673DC3ED}"/>
              </a:ext>
            </a:extLst>
          </p:cNvPr>
          <p:cNvSpPr txBox="1"/>
          <p:nvPr/>
        </p:nvSpPr>
        <p:spPr>
          <a:xfrm>
            <a:off x="6998527" y="4595980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058BA9-3CA9-D368-BE92-960535FF593C}"/>
              </a:ext>
            </a:extLst>
          </p:cNvPr>
          <p:cNvSpPr/>
          <p:nvPr/>
        </p:nvSpPr>
        <p:spPr>
          <a:xfrm>
            <a:off x="6735392" y="3385561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C1F1B8F1-AE38-F574-7BCB-E20968C3DE91}"/>
              </a:ext>
            </a:extLst>
          </p:cNvPr>
          <p:cNvCxnSpPr>
            <a:stCxn id="21" idx="2"/>
            <a:endCxn id="21" idx="3"/>
          </p:cNvCxnSpPr>
          <p:nvPr/>
        </p:nvCxnSpPr>
        <p:spPr>
          <a:xfrm rot="5400000" flipH="1" flipV="1">
            <a:off x="7085969" y="3529799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F4BCB-5FF5-6324-E1C6-B375FFBCA183}"/>
              </a:ext>
            </a:extLst>
          </p:cNvPr>
          <p:cNvSpPr/>
          <p:nvPr/>
        </p:nvSpPr>
        <p:spPr>
          <a:xfrm>
            <a:off x="6735391" y="4179945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A28C309-7C8E-92D8-765D-C0B614326E4A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6653868" y="2381622"/>
            <a:ext cx="2673655" cy="1314636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02225336-B00D-F045-4C2F-D5B3DF021F38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6076093" y="3898717"/>
            <a:ext cx="1079803" cy="836782"/>
          </a:xfrm>
          <a:prstGeom prst="bentConnector3">
            <a:avLst>
              <a:gd name="adj1" fmla="val 15892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5311E96-02FF-3600-E69C-78D335C7AA17}"/>
              </a:ext>
            </a:extLst>
          </p:cNvPr>
          <p:cNvSpPr txBox="1"/>
          <p:nvPr/>
        </p:nvSpPr>
        <p:spPr>
          <a:xfrm>
            <a:off x="5163828" y="460703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popcount</a:t>
            </a:r>
            <a:endParaRPr lang="en-US" sz="1200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162281-D4A2-CECA-9AF3-BFD79B6853C0}"/>
              </a:ext>
            </a:extLst>
          </p:cNvPr>
          <p:cNvCxnSpPr/>
          <p:nvPr/>
        </p:nvCxnSpPr>
        <p:spPr>
          <a:xfrm>
            <a:off x="9411989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C65CA4B-F55D-1896-2328-95FAEB5CD5AF}"/>
              </a:ext>
            </a:extLst>
          </p:cNvPr>
          <p:cNvCxnSpPr/>
          <p:nvPr/>
        </p:nvCxnSpPr>
        <p:spPr>
          <a:xfrm>
            <a:off x="10137690" y="1787327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E91DE7-15FB-9B63-5F3D-A1B3E21F639B}"/>
              </a:ext>
            </a:extLst>
          </p:cNvPr>
          <p:cNvCxnSpPr/>
          <p:nvPr/>
        </p:nvCxnSpPr>
        <p:spPr>
          <a:xfrm>
            <a:off x="9737433" y="4582155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04A0324-977A-E98D-884D-27FFA9A4483D}"/>
              </a:ext>
            </a:extLst>
          </p:cNvPr>
          <p:cNvSpPr txBox="1"/>
          <p:nvPr/>
        </p:nvSpPr>
        <p:spPr>
          <a:xfrm>
            <a:off x="9771161" y="4583910"/>
            <a:ext cx="9054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 err="1"/>
              <a:t>valid_out</a:t>
            </a:r>
            <a:endParaRPr lang="en-US" sz="1200" i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EE6D33-A699-D6E4-E45B-BBE60D84F355}"/>
              </a:ext>
            </a:extLst>
          </p:cNvPr>
          <p:cNvSpPr/>
          <p:nvPr/>
        </p:nvSpPr>
        <p:spPr>
          <a:xfrm>
            <a:off x="9085943" y="2058422"/>
            <a:ext cx="1379179" cy="2519975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control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E3F4A5-70B8-CE74-526C-025950709FF2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8112265" y="3318409"/>
            <a:ext cx="973678" cy="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1B5FB5D-95A4-B400-813C-0BDA306860BD}"/>
              </a:ext>
            </a:extLst>
          </p:cNvPr>
          <p:cNvSpPr txBox="1"/>
          <p:nvPr/>
        </p:nvSpPr>
        <p:spPr>
          <a:xfrm>
            <a:off x="8396308" y="1466656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DEBC49-22B9-8177-2088-134ABC733B33}"/>
              </a:ext>
            </a:extLst>
          </p:cNvPr>
          <p:cNvSpPr txBox="1"/>
          <p:nvPr/>
        </p:nvSpPr>
        <p:spPr>
          <a:xfrm>
            <a:off x="6459703" y="174454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endParaRPr lang="en-US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282287-6246-283B-48A0-55E1676A65A3}"/>
              </a:ext>
            </a:extLst>
          </p:cNvPr>
          <p:cNvSpPr txBox="1"/>
          <p:nvPr/>
        </p:nvSpPr>
        <p:spPr>
          <a:xfrm>
            <a:off x="7501939" y="1751143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endParaRPr lang="en-US" sz="1200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13DBC7-07EB-4403-AA19-D81D258E835E}"/>
              </a:ext>
            </a:extLst>
          </p:cNvPr>
          <p:cNvSpPr txBox="1"/>
          <p:nvPr/>
        </p:nvSpPr>
        <p:spPr>
          <a:xfrm>
            <a:off x="10166035" y="177590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last</a:t>
            </a:r>
            <a:endParaRPr lang="en-US" sz="1200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BC9EE6-A50B-D22D-87D6-BD27B7477D7E}"/>
              </a:ext>
            </a:extLst>
          </p:cNvPr>
          <p:cNvSpPr txBox="1"/>
          <p:nvPr/>
        </p:nvSpPr>
        <p:spPr>
          <a:xfrm>
            <a:off x="9293652" y="1745132"/>
            <a:ext cx="8723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i="1" dirty="0" err="1"/>
              <a:t>valid_in</a:t>
            </a:r>
            <a:endParaRPr lang="en-US" sz="105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9AE30D-5A37-3CCF-6D4A-7829552DCA3F}"/>
              </a:ext>
            </a:extLst>
          </p:cNvPr>
          <p:cNvSpPr txBox="1"/>
          <p:nvPr/>
        </p:nvSpPr>
        <p:spPr>
          <a:xfrm>
            <a:off x="9478137" y="490044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D69038C-5556-648D-6E07-5BEFA16FDC09}"/>
              </a:ext>
            </a:extLst>
          </p:cNvPr>
          <p:cNvSpPr txBox="1"/>
          <p:nvPr/>
        </p:nvSpPr>
        <p:spPr>
          <a:xfrm>
            <a:off x="7786159" y="1076227"/>
            <a:ext cx="172370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Neuron 1: output</a:t>
            </a:r>
            <a:endParaRPr lang="en-US" sz="12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C4C82B-C982-EE4C-9E73-C119D2A35F26}"/>
              </a:ext>
            </a:extLst>
          </p:cNvPr>
          <p:cNvSpPr txBox="1"/>
          <p:nvPr/>
        </p:nvSpPr>
        <p:spPr>
          <a:xfrm>
            <a:off x="7418424" y="3604478"/>
            <a:ext cx="122958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0 (resets </a:t>
            </a:r>
            <a:br>
              <a:rPr lang="en-US" sz="1600" i="1" dirty="0"/>
            </a:br>
            <a:r>
              <a:rPr lang="en-US" sz="1600" i="1" dirty="0"/>
              <a:t>on last)</a:t>
            </a:r>
            <a:endParaRPr lang="en-US" sz="12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D7E010-65D0-4FCE-9CBA-7666A12E5655}"/>
              </a:ext>
            </a:extLst>
          </p:cNvPr>
          <p:cNvSpPr txBox="1"/>
          <p:nvPr/>
        </p:nvSpPr>
        <p:spPr>
          <a:xfrm>
            <a:off x="5932757" y="490044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3</a:t>
            </a:r>
            <a:endParaRPr lang="en-US" sz="12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DDF7A-D7A9-8564-6C8E-80C2371B0200}"/>
              </a:ext>
            </a:extLst>
          </p:cNvPr>
          <p:cNvSpPr txBox="1"/>
          <p:nvPr/>
        </p:nvSpPr>
        <p:spPr>
          <a:xfrm>
            <a:off x="6777920" y="4900448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1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08888975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E6CD-DD87-8D18-E85E-D5A34EB5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A392E4-C6C4-ACD2-B285-688FEA6EE7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088" y="983495"/>
            <a:ext cx="11657824" cy="738187"/>
          </a:xfrm>
        </p:spPr>
        <p:txBody>
          <a:bodyPr/>
          <a:lstStyle/>
          <a:p>
            <a:r>
              <a:rPr lang="en-US" sz="2400" dirty="0"/>
              <a:t>I strongly recommend using separate NPs for each layer</a:t>
            </a:r>
          </a:p>
          <a:p>
            <a:pPr lvl="1"/>
            <a:r>
              <a:rPr lang="en-US" sz="2000" dirty="0"/>
              <a:t>Not best for all use cases, but </a:t>
            </a:r>
            <a:r>
              <a:rPr lang="en-US" sz="2000" b="1" i="1" dirty="0"/>
              <a:t>much </a:t>
            </a:r>
            <a:r>
              <a:rPr lang="en-US" sz="2000" dirty="0"/>
              <a:t>easier to implement</a:t>
            </a:r>
          </a:p>
          <a:p>
            <a:r>
              <a:rPr lang="en-US" sz="2400" dirty="0"/>
              <a:t>Each layer i will have: </a:t>
            </a:r>
          </a:p>
          <a:p>
            <a:pPr lvl="1"/>
            <a:r>
              <a:rPr lang="en-US" sz="2000" dirty="0" err="1"/>
              <a:t>P</a:t>
            </a:r>
            <a:r>
              <a:rPr lang="en-US" sz="2000" baseline="-25000" dirty="0" err="1"/>
              <a:t>W,i</a:t>
            </a:r>
            <a:r>
              <a:rPr lang="en-US" sz="2000" dirty="0"/>
              <a:t> parallel inputs and weights, </a:t>
            </a:r>
            <a:r>
              <a:rPr lang="en-US" sz="2000" dirty="0" err="1"/>
              <a:t>P</a:t>
            </a:r>
            <a:r>
              <a:rPr lang="en-US" sz="2000" baseline="-25000" dirty="0" err="1"/>
              <a:t>N,i</a:t>
            </a:r>
            <a:r>
              <a:rPr lang="en-US" sz="2000" dirty="0"/>
              <a:t> neuron processors</a:t>
            </a:r>
            <a:endParaRPr lang="en-US" sz="2000" baseline="-250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36F642-1F01-50AB-0DD8-25E32DE2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D138CC-13E6-F85D-3A65-6770548478B6}"/>
              </a:ext>
            </a:extLst>
          </p:cNvPr>
          <p:cNvSpPr/>
          <p:nvPr/>
        </p:nvSpPr>
        <p:spPr>
          <a:xfrm>
            <a:off x="3632893" y="5129969"/>
            <a:ext cx="250782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 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D25380-54F1-6A7F-2D27-C09BEA89002E}"/>
              </a:ext>
            </a:extLst>
          </p:cNvPr>
          <p:cNvSpPr/>
          <p:nvPr/>
        </p:nvSpPr>
        <p:spPr>
          <a:xfrm>
            <a:off x="4966905" y="4042608"/>
            <a:ext cx="1229155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Threshold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2079BA-BF2B-2C5A-8FCC-DEC58E9D54F0}"/>
              </a:ext>
            </a:extLst>
          </p:cNvPr>
          <p:cNvSpPr/>
          <p:nvPr/>
        </p:nvSpPr>
        <p:spPr>
          <a:xfrm>
            <a:off x="3549053" y="4045026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Weight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FA26A6-54FA-9191-3A1B-D52F5075BD85}"/>
              </a:ext>
            </a:extLst>
          </p:cNvPr>
          <p:cNvSpPr/>
          <p:nvPr/>
        </p:nvSpPr>
        <p:spPr>
          <a:xfrm>
            <a:off x="5954843" y="3085572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I</a:t>
            </a:r>
            <a:r>
              <a:rPr lang="en-US" sz="2400" i="1" baseline="-25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nput</a:t>
            </a: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 </a:t>
            </a:r>
            <a:b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Buffer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EEDBA7-4C7E-FC77-ED0C-17CB470D1598}"/>
              </a:ext>
            </a:extLst>
          </p:cNvPr>
          <p:cNvSpPr/>
          <p:nvPr/>
        </p:nvSpPr>
        <p:spPr>
          <a:xfrm>
            <a:off x="6869675" y="5129969"/>
            <a:ext cx="250782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 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B5CE1E-B6A5-1C8A-8BB9-A9662AC1E7B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108283" y="4783213"/>
            <a:ext cx="0" cy="34675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3AC412-DD50-3FEB-6197-A94163B5A8C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581482" y="4780795"/>
            <a:ext cx="1" cy="349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FD96CF-C654-1391-630D-E92F34D7DDE8}"/>
              </a:ext>
            </a:extLst>
          </p:cNvPr>
          <p:cNvCxnSpPr>
            <a:cxnSpLocks/>
          </p:cNvCxnSpPr>
          <p:nvPr/>
        </p:nvCxnSpPr>
        <p:spPr>
          <a:xfrm>
            <a:off x="4895683" y="5870574"/>
            <a:ext cx="0" cy="25150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C10536B-BFCF-A180-584E-549E4E2CF25B}"/>
              </a:ext>
            </a:extLst>
          </p:cNvPr>
          <p:cNvCxnSpPr>
            <a:stCxn id="8" idx="2"/>
            <a:endCxn id="4" idx="3"/>
          </p:cNvCxnSpPr>
          <p:nvPr/>
        </p:nvCxnSpPr>
        <p:spPr>
          <a:xfrm rot="5400000">
            <a:off x="5489741" y="4474731"/>
            <a:ext cx="1675304" cy="373360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F295417-ECD9-CA3A-FEC0-178B6E8FA4D8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5854222" y="4483610"/>
            <a:ext cx="1675304" cy="355602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8F7AFDE-4FCB-39A6-AA4A-891C897D14CD}"/>
              </a:ext>
            </a:extLst>
          </p:cNvPr>
          <p:cNvSpPr txBox="1"/>
          <p:nvPr/>
        </p:nvSpPr>
        <p:spPr>
          <a:xfrm>
            <a:off x="9741561" y="4273981"/>
            <a:ext cx="215919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1" dirty="0">
                <a:solidFill>
                  <a:srgbClr val="000000"/>
                </a:solidFill>
              </a:rPr>
              <a:t>. . . . . . . . . . . . . .</a:t>
            </a:r>
            <a:endParaRPr kumimoji="0" lang="en-US" sz="11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10ED26-3C02-EED3-EA68-83E3DE89A572}"/>
              </a:ext>
            </a:extLst>
          </p:cNvPr>
          <p:cNvSpPr txBox="1"/>
          <p:nvPr/>
        </p:nvSpPr>
        <p:spPr>
          <a:xfrm>
            <a:off x="2765100" y="3426694"/>
            <a:ext cx="305702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Each processor has its own separate weight and threshold RAM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214D551-4918-782E-5EE5-3350280844D1}"/>
              </a:ext>
            </a:extLst>
          </p:cNvPr>
          <p:cNvCxnSpPr>
            <a:cxnSpLocks/>
          </p:cNvCxnSpPr>
          <p:nvPr/>
        </p:nvCxnSpPr>
        <p:spPr>
          <a:xfrm>
            <a:off x="4039977" y="4876045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26799A6-482A-D084-72FE-861750914D2C}"/>
              </a:ext>
            </a:extLst>
          </p:cNvPr>
          <p:cNvSpPr txBox="1"/>
          <p:nvPr/>
        </p:nvSpPr>
        <p:spPr>
          <a:xfrm>
            <a:off x="4232744" y="4783822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66769AE-13F2-4FAE-EFBA-1BE72BE203C9}"/>
              </a:ext>
            </a:extLst>
          </p:cNvPr>
          <p:cNvSpPr/>
          <p:nvPr/>
        </p:nvSpPr>
        <p:spPr>
          <a:xfrm>
            <a:off x="8342874" y="4040190"/>
            <a:ext cx="1229155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Threshold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61368AB-B2AA-E7D1-9D31-214A63F3437F}"/>
              </a:ext>
            </a:extLst>
          </p:cNvPr>
          <p:cNvSpPr/>
          <p:nvPr/>
        </p:nvSpPr>
        <p:spPr>
          <a:xfrm>
            <a:off x="6925022" y="4042608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Weight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RAM1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A1E389F-1362-BCAD-D511-DC8DB5814801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7484252" y="4780795"/>
            <a:ext cx="0" cy="34675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1FEC0CE-A3A8-5C88-ABD2-11C24DC46BA7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8957451" y="4778377"/>
            <a:ext cx="1" cy="349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F974084-1EEC-18AD-2217-5791ECCD6609}"/>
              </a:ext>
            </a:extLst>
          </p:cNvPr>
          <p:cNvCxnSpPr>
            <a:cxnSpLocks/>
          </p:cNvCxnSpPr>
          <p:nvPr/>
        </p:nvCxnSpPr>
        <p:spPr>
          <a:xfrm>
            <a:off x="7415946" y="4873627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ED1DE4D3-381D-7E88-B6A1-52D5BBF1869B}"/>
              </a:ext>
            </a:extLst>
          </p:cNvPr>
          <p:cNvSpPr txBox="1"/>
          <p:nvPr/>
        </p:nvSpPr>
        <p:spPr>
          <a:xfrm>
            <a:off x="7608713" y="4781404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D709D50-56A9-A7A5-331A-B049F95D1FFF}"/>
              </a:ext>
            </a:extLst>
          </p:cNvPr>
          <p:cNvCxnSpPr>
            <a:cxnSpLocks/>
          </p:cNvCxnSpPr>
          <p:nvPr/>
        </p:nvCxnSpPr>
        <p:spPr>
          <a:xfrm>
            <a:off x="8210383" y="5868156"/>
            <a:ext cx="0" cy="25150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CE1B6F8-A049-A176-26CB-4C5E040B10A3}"/>
              </a:ext>
            </a:extLst>
          </p:cNvPr>
          <p:cNvSpPr txBox="1"/>
          <p:nvPr/>
        </p:nvSpPr>
        <p:spPr>
          <a:xfrm>
            <a:off x="10528405" y="5458138"/>
            <a:ext cx="584095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P</a:t>
            </a:r>
            <a:r>
              <a:rPr lang="en-US" sz="1400" i="1" baseline="-25000" dirty="0">
                <a:solidFill>
                  <a:srgbClr val="000000"/>
                </a:solidFill>
              </a:rPr>
              <a:t>N-1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73926B-9543-2A12-C893-9EDFD906EAC1}"/>
              </a:ext>
            </a:extLst>
          </p:cNvPr>
          <p:cNvSpPr txBox="1"/>
          <p:nvPr/>
        </p:nvSpPr>
        <p:spPr>
          <a:xfrm>
            <a:off x="7110795" y="3248842"/>
            <a:ext cx="3259080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Inputs fan-out to all neuron processors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56035F-4B01-D802-9ADB-1F087DEC9E3A}"/>
              </a:ext>
            </a:extLst>
          </p:cNvPr>
          <p:cNvCxnSpPr>
            <a:cxnSpLocks/>
          </p:cNvCxnSpPr>
          <p:nvPr/>
        </p:nvCxnSpPr>
        <p:spPr>
          <a:xfrm>
            <a:off x="6445109" y="4876676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7CF4FE-D33D-70E2-BE2B-278C3F07373B}"/>
              </a:ext>
            </a:extLst>
          </p:cNvPr>
          <p:cNvSpPr txBox="1"/>
          <p:nvPr/>
        </p:nvSpPr>
        <p:spPr>
          <a:xfrm>
            <a:off x="6637876" y="4784453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8F2E2E-FC26-E124-BA38-77AB7BD6D8A2}"/>
              </a:ext>
            </a:extLst>
          </p:cNvPr>
          <p:cNvSpPr txBox="1"/>
          <p:nvPr/>
        </p:nvSpPr>
        <p:spPr>
          <a:xfrm>
            <a:off x="9724429" y="5458138"/>
            <a:ext cx="215919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1" dirty="0">
                <a:solidFill>
                  <a:srgbClr val="000000"/>
                </a:solidFill>
              </a:rPr>
              <a:t>. . . . . . .</a:t>
            </a:r>
            <a:endParaRPr kumimoji="0" lang="en-US" sz="11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B024EA-7FA6-8532-FCE5-85ED5D4268CF}"/>
              </a:ext>
            </a:extLst>
          </p:cNvPr>
          <p:cNvCxnSpPr>
            <a:cxnSpLocks/>
          </p:cNvCxnSpPr>
          <p:nvPr/>
        </p:nvCxnSpPr>
        <p:spPr>
          <a:xfrm>
            <a:off x="6515216" y="2834066"/>
            <a:ext cx="0" cy="25150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40C72F7-3683-F925-3AD1-A7538F04C6AD}"/>
              </a:ext>
            </a:extLst>
          </p:cNvPr>
          <p:cNvSpPr txBox="1"/>
          <p:nvPr/>
        </p:nvSpPr>
        <p:spPr>
          <a:xfrm>
            <a:off x="4966905" y="2538290"/>
            <a:ext cx="4690837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Outputs from previous layer (or inputs if first hidden layer)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35E20B-5E73-214E-BE39-C0E02D80E0A3}"/>
              </a:ext>
            </a:extLst>
          </p:cNvPr>
          <p:cNvSpPr/>
          <p:nvPr/>
        </p:nvSpPr>
        <p:spPr>
          <a:xfrm>
            <a:off x="1264241" y="4600672"/>
            <a:ext cx="1684464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Configuration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Controller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775C32-A700-FA49-7ECB-8ECFBEECADE9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880518" y="4969766"/>
            <a:ext cx="383723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0C663AC-9F65-8785-3150-E964D6F285BF}"/>
              </a:ext>
            </a:extLst>
          </p:cNvPr>
          <p:cNvSpPr txBox="1"/>
          <p:nvPr/>
        </p:nvSpPr>
        <p:spPr>
          <a:xfrm>
            <a:off x="622333" y="4047543"/>
            <a:ext cx="260870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Writes data from configuration </a:t>
            </a:r>
            <a:br>
              <a:rPr lang="en-US" sz="1400" i="1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manager into appropriate RAM</a:t>
            </a:r>
            <a:endParaRPr kumimoji="0" lang="en-US" sz="1100" b="0" i="1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D29A1E7-6251-6A13-EF8F-556A08F6E27B}"/>
              </a:ext>
            </a:extLst>
          </p:cNvPr>
          <p:cNvCxnSpPr>
            <a:cxnSpLocks/>
          </p:cNvCxnSpPr>
          <p:nvPr/>
        </p:nvCxnSpPr>
        <p:spPr>
          <a:xfrm>
            <a:off x="2948705" y="4954782"/>
            <a:ext cx="383723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0076450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4AA-1977-69E8-1868-CA6288FB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1328FF-5DF6-2529-E0B1-9AFCDA5A57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438" y="983495"/>
            <a:ext cx="11657824" cy="738187"/>
          </a:xfrm>
        </p:spPr>
        <p:txBody>
          <a:bodyPr/>
          <a:lstStyle/>
          <a:p>
            <a:r>
              <a:rPr lang="en-US" sz="2400" dirty="0"/>
              <a:t>Each layer i can have its own </a:t>
            </a:r>
            <a:r>
              <a:rPr lang="en-US" sz="2400" dirty="0" err="1"/>
              <a:t>P</a:t>
            </a:r>
            <a:r>
              <a:rPr lang="en-US" sz="2400" baseline="-25000" dirty="0" err="1"/>
              <a:t>N,i</a:t>
            </a:r>
            <a:r>
              <a:rPr lang="en-US" sz="2400" dirty="0"/>
              <a:t> and </a:t>
            </a:r>
            <a:r>
              <a:rPr lang="en-US" sz="2400" dirty="0" err="1"/>
              <a:t>P</a:t>
            </a:r>
            <a:r>
              <a:rPr lang="en-US" sz="2400" baseline="-25000" dirty="0" err="1"/>
              <a:t>W,i</a:t>
            </a:r>
            <a:endParaRPr lang="en-US" sz="2400" baseline="-25000" dirty="0"/>
          </a:p>
          <a:p>
            <a:pPr lvl="1"/>
            <a:r>
              <a:rPr lang="en-US" sz="2000" dirty="0"/>
              <a:t>But, </a:t>
            </a:r>
            <a:r>
              <a:rPr lang="en-US" sz="2000" dirty="0" err="1"/>
              <a:t>P</a:t>
            </a:r>
            <a:r>
              <a:rPr lang="en-US" sz="2000" baseline="-25000" dirty="0" err="1"/>
              <a:t>N,i</a:t>
            </a:r>
            <a:r>
              <a:rPr lang="en-US" sz="2000" baseline="-25000" dirty="0"/>
              <a:t> </a:t>
            </a:r>
            <a:r>
              <a:rPr lang="en-US" sz="2000" b="1" i="1" dirty="0"/>
              <a:t>should </a:t>
            </a:r>
            <a:r>
              <a:rPr lang="en-US" sz="2000" dirty="0"/>
              <a:t>match P</a:t>
            </a:r>
            <a:r>
              <a:rPr lang="en-US" sz="2000" baseline="-25000" dirty="0"/>
              <a:t>W,i+1</a:t>
            </a:r>
          </a:p>
          <a:p>
            <a:pPr lvl="1"/>
            <a:r>
              <a:rPr lang="en-US" sz="2000" dirty="0"/>
              <a:t>i.e., layer i generates </a:t>
            </a:r>
            <a:r>
              <a:rPr lang="en-US" sz="2000" dirty="0" err="1"/>
              <a:t>P</a:t>
            </a:r>
            <a:r>
              <a:rPr lang="en-US" sz="2000" baseline="-25000" dirty="0" err="1"/>
              <a:t>N,i</a:t>
            </a:r>
            <a:r>
              <a:rPr lang="en-US" sz="2000" dirty="0"/>
              <a:t> bits per cycle, layer i+1 should consume the same amount</a:t>
            </a:r>
          </a:p>
          <a:p>
            <a:pPr lvl="2"/>
            <a:r>
              <a:rPr lang="en-US" sz="1400" dirty="0"/>
              <a:t>If </a:t>
            </a:r>
            <a:r>
              <a:rPr lang="en-US" sz="1400" dirty="0" err="1"/>
              <a:t>P</a:t>
            </a:r>
            <a:r>
              <a:rPr lang="en-US" sz="1400" baseline="-25000" dirty="0" err="1"/>
              <a:t>N,i</a:t>
            </a:r>
            <a:r>
              <a:rPr lang="en-US" sz="1400" baseline="-25000" dirty="0"/>
              <a:t> </a:t>
            </a:r>
            <a:r>
              <a:rPr lang="en-US" sz="1400" i="1" dirty="0"/>
              <a:t>&lt; </a:t>
            </a:r>
            <a:r>
              <a:rPr lang="en-US" sz="1400" dirty="0"/>
              <a:t>P</a:t>
            </a:r>
            <a:r>
              <a:rPr lang="en-US" sz="1400" baseline="-25000" dirty="0"/>
              <a:t>W,i+1</a:t>
            </a:r>
            <a:r>
              <a:rPr lang="en-US" sz="1400" dirty="0"/>
              <a:t>, layer i+1 frequently waiting for data (slow producer bottleneck)</a:t>
            </a:r>
          </a:p>
          <a:p>
            <a:pPr lvl="2"/>
            <a:r>
              <a:rPr lang="en-US" sz="1400" dirty="0"/>
              <a:t>If </a:t>
            </a:r>
            <a:r>
              <a:rPr lang="en-US" sz="1400" dirty="0" err="1"/>
              <a:t>P</a:t>
            </a:r>
            <a:r>
              <a:rPr lang="en-US" sz="1400" baseline="-25000" dirty="0" err="1"/>
              <a:t>N,i</a:t>
            </a:r>
            <a:r>
              <a:rPr lang="en-US" sz="1400" baseline="-25000" dirty="0"/>
              <a:t> </a:t>
            </a:r>
            <a:r>
              <a:rPr lang="en-US" sz="1400" dirty="0"/>
              <a:t>&gt;</a:t>
            </a:r>
            <a:r>
              <a:rPr lang="en-US" sz="1400" i="1" dirty="0"/>
              <a:t> </a:t>
            </a:r>
            <a:r>
              <a:rPr lang="en-US" sz="1400" dirty="0"/>
              <a:t>P</a:t>
            </a:r>
            <a:r>
              <a:rPr lang="en-US" sz="1400" baseline="-25000" dirty="0"/>
              <a:t>W,i+1</a:t>
            </a:r>
            <a:r>
              <a:rPr lang="en-US" sz="1400" dirty="0"/>
              <a:t>, layer i+1 constantly backpressures layer i (slow consumer bottleneck)</a:t>
            </a:r>
          </a:p>
          <a:p>
            <a:pPr lvl="2"/>
            <a:r>
              <a:rPr lang="en-US" sz="1400" dirty="0"/>
              <a:t>Plus, both require width conversion logic</a:t>
            </a:r>
            <a:endParaRPr lang="en-US" sz="2000" dirty="0"/>
          </a:p>
          <a:p>
            <a:r>
              <a:rPr lang="en-US" sz="2400" dirty="0"/>
              <a:t>I suggest you initially use same P</a:t>
            </a:r>
            <a:r>
              <a:rPr lang="en-US" sz="2400" baseline="-25000" dirty="0"/>
              <a:t>N</a:t>
            </a:r>
            <a:r>
              <a:rPr lang="en-US" sz="2400" dirty="0"/>
              <a:t> and P</a:t>
            </a:r>
            <a:r>
              <a:rPr lang="en-US" sz="2400" baseline="-25000" dirty="0"/>
              <a:t>W</a:t>
            </a:r>
            <a:r>
              <a:rPr lang="en-US" sz="2400" i="1" dirty="0"/>
              <a:t> </a:t>
            </a:r>
            <a:r>
              <a:rPr lang="en-US" sz="2400" dirty="0"/>
              <a:t>across all layers</a:t>
            </a:r>
          </a:p>
          <a:p>
            <a:pPr lvl="1"/>
            <a:r>
              <a:rPr lang="en-US" sz="2000" dirty="0"/>
              <a:t>Greatly simplifies configuration manager</a:t>
            </a:r>
          </a:p>
          <a:p>
            <a:pPr lvl="1"/>
            <a:r>
              <a:rPr lang="en-US" sz="2000" dirty="0"/>
              <a:t>e.g., my initial solution set P</a:t>
            </a:r>
            <a:r>
              <a:rPr lang="en-US" sz="2000" baseline="-25000" dirty="0"/>
              <a:t>N</a:t>
            </a:r>
            <a:r>
              <a:rPr lang="en-US" sz="2000" dirty="0"/>
              <a:t> = P</a:t>
            </a:r>
            <a:r>
              <a:rPr lang="en-US" sz="2000" baseline="-25000" dirty="0"/>
              <a:t>W </a:t>
            </a:r>
            <a:r>
              <a:rPr lang="en-US" sz="2000" dirty="0"/>
              <a:t>= 8 in all layers</a:t>
            </a:r>
          </a:p>
          <a:p>
            <a:r>
              <a:rPr lang="en-US" sz="2400" dirty="0"/>
              <a:t>Once you have that working, support different values in each layer</a:t>
            </a:r>
          </a:p>
          <a:p>
            <a:pPr lvl="1"/>
            <a:r>
              <a:rPr lang="en-US" sz="2000" dirty="0"/>
              <a:t>Main challenge: configuration manager must support outputting of weights of different widths</a:t>
            </a:r>
          </a:p>
          <a:p>
            <a:pPr lvl="1"/>
            <a:r>
              <a:rPr lang="en-US" sz="2000" dirty="0"/>
              <a:t>e.g., P</a:t>
            </a:r>
            <a:r>
              <a:rPr lang="en-US" sz="2000" baseline="-25000" dirty="0"/>
              <a:t>W,0</a:t>
            </a:r>
            <a:r>
              <a:rPr lang="en-US" sz="2000" dirty="0"/>
              <a:t>=16, P</a:t>
            </a:r>
            <a:r>
              <a:rPr lang="en-US" sz="2000" baseline="-25000" dirty="0"/>
              <a:t>W,1</a:t>
            </a:r>
            <a:r>
              <a:rPr lang="en-US" sz="2000" dirty="0"/>
              <a:t>=8, P</a:t>
            </a:r>
            <a:r>
              <a:rPr lang="en-US" sz="2000" baseline="-25000" dirty="0"/>
              <a:t>W,2</a:t>
            </a:r>
            <a:r>
              <a:rPr lang="en-US" sz="2000" dirty="0"/>
              <a:t>=4</a:t>
            </a:r>
          </a:p>
          <a:p>
            <a:pPr lvl="2"/>
            <a:r>
              <a:rPr lang="en-US" sz="1600" dirty="0"/>
              <a:t>Configuration manager must be able to pack 8-bit weights provided from configuration stream into 16, 8, and 4-bit groups depending on the layer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BBDC43-E404-B222-6B49-1E404332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22406483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4F61-DCC3-A69F-E337-E03667D85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B42E56-9EB7-2EB1-3154-9563A12CB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438" y="983495"/>
            <a:ext cx="11657824" cy="738187"/>
          </a:xfrm>
        </p:spPr>
        <p:txBody>
          <a:bodyPr/>
          <a:lstStyle/>
          <a:p>
            <a:r>
              <a:rPr lang="en-US" sz="2000" dirty="0"/>
              <a:t>Convention I use in latest testbench:</a:t>
            </a:r>
          </a:p>
          <a:p>
            <a:pPr lvl="1"/>
            <a:r>
              <a:rPr lang="en-US" sz="1800" dirty="0"/>
              <a:t>Single P</a:t>
            </a:r>
            <a:r>
              <a:rPr lang="en-US" sz="1800" baseline="-25000" dirty="0"/>
              <a:t>W</a:t>
            </a:r>
            <a:r>
              <a:rPr lang="en-US" sz="1800" dirty="0"/>
              <a:t> (PARALLEL_INPUTS) specifies parallel inputs to 1</a:t>
            </a:r>
            <a:r>
              <a:rPr lang="en-US" sz="1800" baseline="30000" dirty="0"/>
              <a:t>st</a:t>
            </a:r>
            <a:r>
              <a:rPr lang="en-US" sz="1800" dirty="0"/>
              <a:t> hidden layer</a:t>
            </a:r>
          </a:p>
          <a:p>
            <a:pPr lvl="1"/>
            <a:r>
              <a:rPr lang="en-US" sz="1800" dirty="0"/>
              <a:t>One P</a:t>
            </a:r>
            <a:r>
              <a:rPr lang="en-US" sz="1800" baseline="-25000" dirty="0"/>
              <a:t>N</a:t>
            </a:r>
            <a:r>
              <a:rPr lang="en-US" sz="1800" dirty="0"/>
              <a:t> for each non-input layer (PARALLEL_NEURONS[LAYERS])</a:t>
            </a:r>
          </a:p>
          <a:p>
            <a:pPr lvl="1"/>
            <a:r>
              <a:rPr lang="en-US" sz="1800" dirty="0"/>
              <a:t>Can derive </a:t>
            </a:r>
            <a:r>
              <a:rPr lang="en-US" sz="1800" dirty="0" err="1"/>
              <a:t>P</a:t>
            </a:r>
            <a:r>
              <a:rPr lang="en-US" sz="1800" baseline="-25000" dirty="0" err="1"/>
              <a:t>W,i</a:t>
            </a:r>
            <a:r>
              <a:rPr lang="en-US" sz="1800" dirty="0"/>
              <a:t> for each layer i from P</a:t>
            </a:r>
            <a:r>
              <a:rPr lang="en-US" sz="1800" baseline="-25000" dirty="0"/>
              <a:t>N,i-1</a:t>
            </a:r>
          </a:p>
          <a:p>
            <a:pPr lvl="2"/>
            <a:r>
              <a:rPr lang="en-US" sz="1400" dirty="0"/>
              <a:t>Layer 0 has PARALLEL_INPUTS parallel inputs</a:t>
            </a:r>
          </a:p>
          <a:p>
            <a:pPr lvl="2"/>
            <a:r>
              <a:rPr lang="en-US" sz="1400" dirty="0"/>
              <a:t>Layer 1 has PARALLEL_NEURONS[0] parallel inputs</a:t>
            </a:r>
          </a:p>
          <a:p>
            <a:pPr lvl="2"/>
            <a:r>
              <a:rPr lang="en-US" sz="1400" dirty="0"/>
              <a:t>Layer 2 has PARALLEL_NEURONS[1] parallel inputs</a:t>
            </a:r>
          </a:p>
          <a:p>
            <a:pPr lvl="2"/>
            <a:r>
              <a:rPr lang="en-US" sz="1400" dirty="0"/>
              <a:t>Etc.</a:t>
            </a:r>
          </a:p>
          <a:p>
            <a:r>
              <a:rPr lang="en-US" sz="2000" dirty="0"/>
              <a:t>After you support different P</a:t>
            </a:r>
            <a:r>
              <a:rPr lang="en-US" sz="2000" baseline="-25000" dirty="0"/>
              <a:t>N</a:t>
            </a:r>
            <a:r>
              <a:rPr lang="en-US" sz="2000" dirty="0"/>
              <a:t> in each layer, you can “load balance”</a:t>
            </a:r>
          </a:p>
          <a:p>
            <a:pPr lvl="1"/>
            <a:r>
              <a:rPr lang="en-US" sz="1800" dirty="0"/>
              <a:t>Ideally, all layers should take the same amount of time</a:t>
            </a:r>
          </a:p>
          <a:p>
            <a:pPr lvl="2"/>
            <a:r>
              <a:rPr lang="en-US" sz="1400" dirty="0"/>
              <a:t>If not, the design is not Pareto-optimal</a:t>
            </a:r>
          </a:p>
          <a:p>
            <a:pPr lvl="1"/>
            <a:r>
              <a:rPr lang="en-US" sz="1800" dirty="0"/>
              <a:t>Figure out the slowest layer in the BNN</a:t>
            </a:r>
          </a:p>
          <a:p>
            <a:pPr lvl="2"/>
            <a:r>
              <a:rPr lang="en-US" sz="1400" dirty="0"/>
              <a:t>Add more parallelism for that layer to improve performance</a:t>
            </a:r>
          </a:p>
          <a:p>
            <a:pPr lvl="2"/>
            <a:r>
              <a:rPr lang="en-US" sz="1400" dirty="0"/>
              <a:t>Or, reduce resources in other layers to improve resource utilization</a:t>
            </a:r>
          </a:p>
          <a:p>
            <a:r>
              <a:rPr lang="en-US" sz="2000" dirty="0"/>
              <a:t>Stress test individual layer with different numbers of inputs, parallel inputs, parallel neurons, etc.</a:t>
            </a:r>
          </a:p>
          <a:p>
            <a:pPr lvl="1"/>
            <a:r>
              <a:rPr lang="en-US" sz="1800" dirty="0"/>
              <a:t>Testbench will imitate configuration manager</a:t>
            </a:r>
          </a:p>
          <a:p>
            <a:pPr lvl="1"/>
            <a:r>
              <a:rPr lang="en-US" sz="1800" dirty="0"/>
              <a:t>Verify activation and </a:t>
            </a:r>
            <a:r>
              <a:rPr lang="en-US" sz="1800" dirty="0" err="1"/>
              <a:t>popcount</a:t>
            </a:r>
            <a:r>
              <a:rPr lang="en-US" sz="1800" dirty="0"/>
              <a:t> outputs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9209B1-8AC0-2DEC-1E6F-2DA439F4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8158321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521B6-AFF8-D495-739D-7BF636D21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D54DDC-24CC-491E-D564-221B4AD8A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438" y="983495"/>
            <a:ext cx="11245462" cy="738187"/>
          </a:xfrm>
        </p:spPr>
        <p:txBody>
          <a:bodyPr/>
          <a:lstStyle/>
          <a:p>
            <a:r>
              <a:rPr lang="en-US" sz="2400" dirty="0"/>
              <a:t>Before creating the final </a:t>
            </a:r>
            <a:r>
              <a:rPr lang="en-US" sz="2400" dirty="0" err="1"/>
              <a:t>bnn_fcc</a:t>
            </a:r>
            <a:r>
              <a:rPr lang="en-US" sz="2400" dirty="0"/>
              <a:t> architecture, make a pure BNN architecture</a:t>
            </a:r>
          </a:p>
          <a:p>
            <a:pPr lvl="1"/>
            <a:r>
              <a:rPr lang="en-US" sz="2000" dirty="0"/>
              <a:t>Inputs already binarized, no argmax</a:t>
            </a:r>
          </a:p>
          <a:p>
            <a:pPr lvl="1"/>
            <a:r>
              <a:rPr lang="en-US" sz="2000" dirty="0"/>
              <a:t>Literally just concatenates all layers as required by topology</a:t>
            </a:r>
          </a:p>
          <a:p>
            <a:pPr lvl="1"/>
            <a:r>
              <a:rPr lang="en-US" sz="2000" dirty="0"/>
              <a:t>No configuration manager, just the interface required by each layer</a:t>
            </a:r>
          </a:p>
          <a:p>
            <a:pPr lvl="1"/>
            <a:r>
              <a:rPr lang="en-US" sz="2000" dirty="0"/>
              <a:t>Make testbench that imitates configuration manager</a:t>
            </a:r>
          </a:p>
          <a:p>
            <a:pPr lvl="2"/>
            <a:r>
              <a:rPr lang="en-US" sz="1400" dirty="0"/>
              <a:t>Forces you to decide how manager will provide data</a:t>
            </a:r>
          </a:p>
          <a:p>
            <a:r>
              <a:rPr lang="en-US" sz="2400" dirty="0"/>
              <a:t>Stress test:</a:t>
            </a:r>
          </a:p>
          <a:p>
            <a:pPr lvl="1"/>
            <a:r>
              <a:rPr lang="en-US" sz="2000" dirty="0"/>
              <a:t>Numerous topologies</a:t>
            </a:r>
          </a:p>
          <a:p>
            <a:pPr lvl="1"/>
            <a:r>
              <a:rPr lang="en-US" sz="2000" dirty="0"/>
              <a:t>Different P</a:t>
            </a:r>
            <a:r>
              <a:rPr lang="en-US" sz="2000" baseline="-25000" dirty="0"/>
              <a:t>W</a:t>
            </a:r>
            <a:r>
              <a:rPr lang="en-US" sz="2000" dirty="0"/>
              <a:t> and P</a:t>
            </a:r>
            <a:r>
              <a:rPr lang="en-US" sz="2000" baseline="-25000" dirty="0"/>
              <a:t>N</a:t>
            </a:r>
            <a:r>
              <a:rPr lang="en-US" sz="2000" dirty="0"/>
              <a:t> combinations</a:t>
            </a:r>
          </a:p>
          <a:p>
            <a:pPr lvl="1"/>
            <a:r>
              <a:rPr lang="en-US" sz="2000" dirty="0"/>
              <a:t>Downstream backpressure</a:t>
            </a:r>
          </a:p>
          <a:p>
            <a:pPr lvl="1"/>
            <a:r>
              <a:rPr lang="en-US" sz="2000" dirty="0"/>
              <a:t>Gaps in input stream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7F3C7C-47A8-7501-87B4-0173EE8F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BNN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EEE43B-7C2B-C761-BE1C-73E60D01B174}"/>
              </a:ext>
            </a:extLst>
          </p:cNvPr>
          <p:cNvSpPr/>
          <p:nvPr/>
        </p:nvSpPr>
        <p:spPr>
          <a:xfrm>
            <a:off x="7094988" y="3092450"/>
            <a:ext cx="2507820" cy="3825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Layer 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1605C9-D38E-1A6A-0C20-24B99065A2A4}"/>
              </a:ext>
            </a:extLst>
          </p:cNvPr>
          <p:cNvSpPr/>
          <p:nvPr/>
        </p:nvSpPr>
        <p:spPr>
          <a:xfrm>
            <a:off x="7094988" y="3756658"/>
            <a:ext cx="2507820" cy="3825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Layer 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5F7619-1B7D-F30A-C12C-E1B61B06D5A7}"/>
              </a:ext>
            </a:extLst>
          </p:cNvPr>
          <p:cNvSpPr/>
          <p:nvPr/>
        </p:nvSpPr>
        <p:spPr>
          <a:xfrm>
            <a:off x="7094988" y="4997450"/>
            <a:ext cx="2507820" cy="3825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Layer N-1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3DE90F-0743-6C68-EC82-CE3E1880B82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8348898" y="3475037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1680F6-751D-9C9B-C243-F848ED646CBB}"/>
              </a:ext>
            </a:extLst>
          </p:cNvPr>
          <p:cNvCxnSpPr/>
          <p:nvPr/>
        </p:nvCxnSpPr>
        <p:spPr>
          <a:xfrm>
            <a:off x="8348898" y="4139245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DDF9E0-8807-76A5-869A-48373A4CF247}"/>
              </a:ext>
            </a:extLst>
          </p:cNvPr>
          <p:cNvCxnSpPr/>
          <p:nvPr/>
        </p:nvCxnSpPr>
        <p:spPr>
          <a:xfrm>
            <a:off x="8347546" y="4715829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7DF761-2A8C-5F1B-37D9-9FDE397B6F55}"/>
              </a:ext>
            </a:extLst>
          </p:cNvPr>
          <p:cNvCxnSpPr/>
          <p:nvPr/>
        </p:nvCxnSpPr>
        <p:spPr>
          <a:xfrm>
            <a:off x="8333494" y="2810829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ECBA15-C102-15A9-B092-4DA1B0F4FB82}"/>
              </a:ext>
            </a:extLst>
          </p:cNvPr>
          <p:cNvCxnSpPr/>
          <p:nvPr/>
        </p:nvCxnSpPr>
        <p:spPr>
          <a:xfrm>
            <a:off x="7679444" y="5380037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F8127B-C048-BF49-FACB-608F48ED177C}"/>
              </a:ext>
            </a:extLst>
          </p:cNvPr>
          <p:cNvCxnSpPr/>
          <p:nvPr/>
        </p:nvCxnSpPr>
        <p:spPr>
          <a:xfrm>
            <a:off x="8993894" y="5380037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271D56D-22BC-2F3D-9124-4D2563B1F575}"/>
              </a:ext>
            </a:extLst>
          </p:cNvPr>
          <p:cNvSpPr txBox="1"/>
          <p:nvPr/>
        </p:nvSpPr>
        <p:spPr>
          <a:xfrm>
            <a:off x="7679444" y="2511001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Binary Inputs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C0059B-AD55-5354-AC77-A5356138E12E}"/>
              </a:ext>
            </a:extLst>
          </p:cNvPr>
          <p:cNvSpPr txBox="1"/>
          <p:nvPr/>
        </p:nvSpPr>
        <p:spPr>
          <a:xfrm>
            <a:off x="7201977" y="5603606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Activation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57216-E50A-1B2D-7E70-CA54A4B90527}"/>
              </a:ext>
            </a:extLst>
          </p:cNvPr>
          <p:cNvSpPr txBox="1"/>
          <p:nvPr/>
        </p:nvSpPr>
        <p:spPr>
          <a:xfrm>
            <a:off x="8548177" y="5603606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 err="1">
                <a:solidFill>
                  <a:srgbClr val="000000"/>
                </a:solidFill>
              </a:rPr>
              <a:t>Popcount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A7364-9B5E-E745-D334-A14513BEA157}"/>
              </a:ext>
            </a:extLst>
          </p:cNvPr>
          <p:cNvSpPr txBox="1"/>
          <p:nvPr/>
        </p:nvSpPr>
        <p:spPr>
          <a:xfrm>
            <a:off x="8042813" y="4373633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. . . . .</a:t>
            </a:r>
            <a:endParaRPr kumimoji="0" lang="en-US" sz="11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83244B-BFB4-B6EE-9427-F98C0CE43E39}"/>
              </a:ext>
            </a:extLst>
          </p:cNvPr>
          <p:cNvCxnSpPr>
            <a:endCxn id="4" idx="1"/>
          </p:cNvCxnSpPr>
          <p:nvPr/>
        </p:nvCxnSpPr>
        <p:spPr>
          <a:xfrm>
            <a:off x="6826250" y="3282950"/>
            <a:ext cx="268738" cy="79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B09516-6968-7E65-50FE-E3613F8FED8E}"/>
              </a:ext>
            </a:extLst>
          </p:cNvPr>
          <p:cNvCxnSpPr/>
          <p:nvPr/>
        </p:nvCxnSpPr>
        <p:spPr>
          <a:xfrm>
            <a:off x="6840988" y="3947157"/>
            <a:ext cx="268738" cy="79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396FF6-CDDB-6234-E7BF-E351CCF37BFD}"/>
              </a:ext>
            </a:extLst>
          </p:cNvPr>
          <p:cNvCxnSpPr/>
          <p:nvPr/>
        </p:nvCxnSpPr>
        <p:spPr>
          <a:xfrm>
            <a:off x="6840988" y="5187949"/>
            <a:ext cx="268738" cy="79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977019-F36A-6E3C-B83E-552B79A11727}"/>
              </a:ext>
            </a:extLst>
          </p:cNvPr>
          <p:cNvSpPr txBox="1"/>
          <p:nvPr/>
        </p:nvSpPr>
        <p:spPr>
          <a:xfrm>
            <a:off x="6193414" y="3103418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Config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D44F74-AB90-6940-92BA-0EA42F6A6A55}"/>
              </a:ext>
            </a:extLst>
          </p:cNvPr>
          <p:cNvSpPr txBox="1"/>
          <p:nvPr/>
        </p:nvSpPr>
        <p:spPr>
          <a:xfrm>
            <a:off x="6193414" y="3780818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Config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5A8265-994A-068D-BAED-AF464D33DB71}"/>
              </a:ext>
            </a:extLst>
          </p:cNvPr>
          <p:cNvSpPr txBox="1"/>
          <p:nvPr/>
        </p:nvSpPr>
        <p:spPr>
          <a:xfrm>
            <a:off x="6193414" y="5016500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Config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2155009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27DB-A3E7-980C-4C71-010368E7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DB3CAF-2A65-E173-AFB0-FA8AB951E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3438" y="983495"/>
            <a:ext cx="11245462" cy="738187"/>
          </a:xfrm>
        </p:spPr>
        <p:txBody>
          <a:bodyPr/>
          <a:lstStyle/>
          <a:p>
            <a:r>
              <a:rPr lang="en-US" sz="2400" dirty="0"/>
              <a:t>Combine the BNN with binarization, argmax, and configuration manager</a:t>
            </a:r>
          </a:p>
          <a:p>
            <a:r>
              <a:rPr lang="en-US" sz="2400" dirty="0"/>
              <a:t>Use provided testbench to verify loading of weights and thresholds to each layer of the BNN</a:t>
            </a:r>
          </a:p>
          <a:p>
            <a:r>
              <a:rPr lang="en-US" sz="2400" dirty="0"/>
              <a:t>Stress test with small topologies</a:t>
            </a:r>
          </a:p>
          <a:p>
            <a:r>
              <a:rPr lang="en-US" sz="2400" dirty="0"/>
              <a:t>Increase topology size and parallelism</a:t>
            </a:r>
          </a:p>
          <a:p>
            <a:pPr marL="55397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03801D-C411-8DCE-74C7-EE10A944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BNN_FCC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B1D499E-45C4-B956-48B7-7E2B32D58186}"/>
              </a:ext>
            </a:extLst>
          </p:cNvPr>
          <p:cNvSpPr/>
          <p:nvPr/>
        </p:nvSpPr>
        <p:spPr>
          <a:xfrm>
            <a:off x="5323338" y="3778250"/>
            <a:ext cx="2507820" cy="3825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Binarization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F0A2D7-DA19-75EE-CC6E-6D0505D40DE3}"/>
              </a:ext>
            </a:extLst>
          </p:cNvPr>
          <p:cNvSpPr/>
          <p:nvPr/>
        </p:nvSpPr>
        <p:spPr>
          <a:xfrm>
            <a:off x="5323338" y="4442458"/>
            <a:ext cx="2507820" cy="3825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BNN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3DA021-ED81-2308-8676-D6F86D042383}"/>
              </a:ext>
            </a:extLst>
          </p:cNvPr>
          <p:cNvSpPr/>
          <p:nvPr/>
        </p:nvSpPr>
        <p:spPr>
          <a:xfrm>
            <a:off x="5323338" y="5118100"/>
            <a:ext cx="2507820" cy="3825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Argmax</a:t>
            </a:r>
            <a:endParaRPr kumimoji="0" lang="en-US" sz="1800" b="0" i="1" u="none" strike="noStrike" cap="none" spc="0" normalizeH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rial" panose="020B0604020202020204" pitchFamily="34" charset="0"/>
              <a:ea typeface="Gill Sans"/>
              <a:cs typeface="Arial" panose="020B0604020202020204" pitchFamily="34" charset="0"/>
              <a:sym typeface="Gill San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4942B6-2E21-3048-F9FB-AF06A1ABB25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577248" y="4160837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064C9F-EC48-8E27-F3CC-BC4DF043FF15}"/>
              </a:ext>
            </a:extLst>
          </p:cNvPr>
          <p:cNvCxnSpPr/>
          <p:nvPr/>
        </p:nvCxnSpPr>
        <p:spPr>
          <a:xfrm>
            <a:off x="6577248" y="4825045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3D8269-AC7D-C64A-87E3-4BCD54F2C31D}"/>
              </a:ext>
            </a:extLst>
          </p:cNvPr>
          <p:cNvCxnSpPr/>
          <p:nvPr/>
        </p:nvCxnSpPr>
        <p:spPr>
          <a:xfrm>
            <a:off x="6561844" y="3496629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49AC8F-4B1F-8753-56A9-0A95341893ED}"/>
              </a:ext>
            </a:extLst>
          </p:cNvPr>
          <p:cNvCxnSpPr/>
          <p:nvPr/>
        </p:nvCxnSpPr>
        <p:spPr>
          <a:xfrm>
            <a:off x="6580894" y="5500687"/>
            <a:ext cx="0" cy="28162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1F021A8-C8AD-38AC-4A1B-B323381A37F5}"/>
              </a:ext>
            </a:extLst>
          </p:cNvPr>
          <p:cNvSpPr txBox="1"/>
          <p:nvPr/>
        </p:nvSpPr>
        <p:spPr>
          <a:xfrm>
            <a:off x="6076675" y="3191084"/>
            <a:ext cx="1145569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Pixel Inputs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40F06D-B949-CB91-6889-1F32F5B8024B}"/>
              </a:ext>
            </a:extLst>
          </p:cNvPr>
          <p:cNvSpPr txBox="1"/>
          <p:nvPr/>
        </p:nvSpPr>
        <p:spPr>
          <a:xfrm>
            <a:off x="5958662" y="5782308"/>
            <a:ext cx="1237171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Classification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91CA25-A39F-2C89-ABDB-758B56254A1F}"/>
              </a:ext>
            </a:extLst>
          </p:cNvPr>
          <p:cNvCxnSpPr/>
          <p:nvPr/>
        </p:nvCxnSpPr>
        <p:spPr>
          <a:xfrm>
            <a:off x="5069338" y="4632957"/>
            <a:ext cx="268738" cy="79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FE67D5-A1C4-88D4-CEFF-7A6187160FAE}"/>
              </a:ext>
            </a:extLst>
          </p:cNvPr>
          <p:cNvSpPr/>
          <p:nvPr/>
        </p:nvSpPr>
        <p:spPr>
          <a:xfrm>
            <a:off x="3403601" y="4305455"/>
            <a:ext cx="1665737" cy="664208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Configuration 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Manager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9F2CB8-4817-BA7B-3921-B7149D0573EF}"/>
              </a:ext>
            </a:extLst>
          </p:cNvPr>
          <p:cNvCxnSpPr>
            <a:cxnSpLocks/>
          </p:cNvCxnSpPr>
          <p:nvPr/>
        </p:nvCxnSpPr>
        <p:spPr>
          <a:xfrm>
            <a:off x="4148844" y="3509120"/>
            <a:ext cx="0" cy="792527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DF8A3EA-E3A3-CF26-8354-B34DF9D90366}"/>
              </a:ext>
            </a:extLst>
          </p:cNvPr>
          <p:cNvSpPr txBox="1"/>
          <p:nvPr/>
        </p:nvSpPr>
        <p:spPr>
          <a:xfrm>
            <a:off x="3228737" y="3191084"/>
            <a:ext cx="1840214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Configuration Stream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6775106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478A-4969-D711-1889-D2672CB3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9649AA-8586-3F48-8B0B-81F0983A93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323637" cy="5078791"/>
          </a:xfrm>
        </p:spPr>
        <p:txBody>
          <a:bodyPr/>
          <a:lstStyle/>
          <a:p>
            <a:r>
              <a:rPr lang="en-US" sz="2000" dirty="0"/>
              <a:t>Parsing challenge: weights likely change between neurons in middle of bus</a:t>
            </a:r>
          </a:p>
          <a:p>
            <a:pPr lvl="1"/>
            <a:r>
              <a:rPr lang="en-US" sz="1600" dirty="0"/>
              <a:t>Can’t statically divide weights into separate neurons</a:t>
            </a:r>
          </a:p>
          <a:p>
            <a:r>
              <a:rPr lang="en-US" sz="2000" dirty="0"/>
              <a:t>Configuration bus width (B), # of weights for a given neuron (N)</a:t>
            </a:r>
          </a:p>
          <a:p>
            <a:r>
              <a:rPr lang="en-US" sz="2000" dirty="0"/>
              <a:t>Example: B = 64, N = 48</a:t>
            </a:r>
            <a:endParaRPr lang="en-US" sz="1600" dirty="0"/>
          </a:p>
          <a:p>
            <a:pPr lvl="1"/>
            <a:r>
              <a:rPr lang="en-US" sz="1800" dirty="0"/>
              <a:t>Neuron 0 weights start at bit 0 in beat 0, ends in bit 47 of beat 0</a:t>
            </a:r>
          </a:p>
          <a:p>
            <a:pPr lvl="1"/>
            <a:r>
              <a:rPr lang="en-US" sz="1800" dirty="0"/>
              <a:t>Neuron 1 weights start at bit 48 in beat 0, ends in bit 31 of beat 1</a:t>
            </a:r>
          </a:p>
          <a:p>
            <a:pPr lvl="1"/>
            <a:r>
              <a:rPr lang="en-US" sz="1800" dirty="0"/>
              <a:t>Neuron 2 weights start at bit 32 of beat 1, ends at bit 15 of beat 2</a:t>
            </a:r>
          </a:p>
          <a:p>
            <a:pPr lvl="1"/>
            <a:r>
              <a:rPr lang="en-US" sz="1800" dirty="0"/>
              <a:t>Neuron 3 weights start at bit 16 of beat 2, ends at bit 63 of beat 2</a:t>
            </a:r>
          </a:p>
          <a:p>
            <a:pPr lvl="1"/>
            <a:r>
              <a:rPr lang="en-US" sz="1800" dirty="0"/>
              <a:t>Etc.</a:t>
            </a:r>
          </a:p>
          <a:p>
            <a:r>
              <a:rPr lang="en-US" sz="2200" dirty="0"/>
              <a:t>High-performance solution:</a:t>
            </a:r>
          </a:p>
          <a:p>
            <a:pPr lvl="1"/>
            <a:r>
              <a:rPr lang="en-US" sz="1800" dirty="0"/>
              <a:t>Barrel shift register to align each neuron’s weights with position 0</a:t>
            </a:r>
          </a:p>
          <a:p>
            <a:pPr lvl="1"/>
            <a:r>
              <a:rPr lang="en-US" sz="1800" dirty="0"/>
              <a:t>Not easy to do efficiently, positions change in every layer</a:t>
            </a:r>
          </a:p>
          <a:p>
            <a:r>
              <a:rPr lang="en-US" sz="2200" dirty="0"/>
              <a:t>Good news: no performance constraint on configuration</a:t>
            </a:r>
          </a:p>
          <a:p>
            <a:pPr lvl="1"/>
            <a:r>
              <a:rPr lang="en-US" sz="1800" dirty="0"/>
              <a:t>Easier solution: asymmetric FIFO to convert bus stream into individual bytes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B83565-1F89-7212-9315-F58ACB7D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Challenges</a:t>
            </a:r>
          </a:p>
        </p:txBody>
      </p:sp>
    </p:spTree>
    <p:extLst>
      <p:ext uri="{BB962C8B-B14F-4D97-AF65-F5344CB8AC3E}">
        <p14:creationId xmlns:p14="http://schemas.microsoft.com/office/powerpoint/2010/main" val="326543524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2E74-5DB6-17C1-C06F-7695227E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A4DCD4-B683-87CF-35AA-052DD21A73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2" y="1116013"/>
            <a:ext cx="8975831" cy="5078791"/>
          </a:xfrm>
        </p:spPr>
        <p:txBody>
          <a:bodyPr/>
          <a:lstStyle/>
          <a:p>
            <a:r>
              <a:rPr lang="en-US" sz="2000" dirty="0"/>
              <a:t>Simple (but slow) solution: Convert B-bit config stream into stream of bytes</a:t>
            </a:r>
          </a:p>
          <a:p>
            <a:pPr lvl="1"/>
            <a:r>
              <a:rPr lang="en-US" sz="1600" dirty="0"/>
              <a:t>Parse the individual bytes</a:t>
            </a:r>
          </a:p>
          <a:p>
            <a:r>
              <a:rPr lang="en-US" sz="2000" dirty="0"/>
              <a:t>Asymmetric FIFOs exist for this situation</a:t>
            </a:r>
          </a:p>
          <a:p>
            <a:pPr lvl="1"/>
            <a:r>
              <a:rPr lang="en-US" sz="1800" dirty="0"/>
              <a:t>Different widths for read (8) and write (B) port</a:t>
            </a:r>
          </a:p>
          <a:p>
            <a:r>
              <a:rPr lang="en-US" sz="2000" dirty="0"/>
              <a:t>Problem: what if payload is not aligned with B bits?</a:t>
            </a:r>
          </a:p>
          <a:p>
            <a:pPr lvl="1"/>
            <a:r>
              <a:rPr lang="en-US" sz="1800" dirty="0"/>
              <a:t>E.g., B = 64, payload = 6 bytes (48 bits)</a:t>
            </a:r>
          </a:p>
          <a:p>
            <a:pPr lvl="1"/>
            <a:r>
              <a:rPr lang="en-US" sz="1800" dirty="0"/>
              <a:t>Bus provides 2 bytes that aren’t needed</a:t>
            </a:r>
          </a:p>
          <a:p>
            <a:r>
              <a:rPr lang="en-US" sz="2000" dirty="0"/>
              <a:t>Unused bytes must be ignored</a:t>
            </a:r>
          </a:p>
          <a:p>
            <a:pPr lvl="1"/>
            <a:r>
              <a:rPr lang="en-US" sz="1800" dirty="0"/>
              <a:t>2 options:</a:t>
            </a:r>
          </a:p>
          <a:p>
            <a:pPr lvl="1"/>
            <a:r>
              <a:rPr lang="en-US" sz="1800" dirty="0"/>
              <a:t>1) Drain extra bytes from FIFO</a:t>
            </a:r>
          </a:p>
          <a:p>
            <a:pPr lvl="1"/>
            <a:r>
              <a:rPr lang="en-US" sz="1800" dirty="0"/>
              <a:t>2) Prevent bytes from entering FIFO (requires specialized FIFO with variable write count)</a:t>
            </a:r>
          </a:p>
          <a:p>
            <a:r>
              <a:rPr lang="en-US" sz="2000" dirty="0"/>
              <a:t>How to identify extra bytes?</a:t>
            </a:r>
          </a:p>
          <a:p>
            <a:pPr lvl="1"/>
            <a:r>
              <a:rPr lang="en-US" sz="1800" dirty="0"/>
              <a:t>1) Use knowledge of payload size, drain FIFO after reaching payload end</a:t>
            </a:r>
          </a:p>
          <a:p>
            <a:pPr lvl="1"/>
            <a:r>
              <a:rPr lang="en-US" sz="1800" dirty="0"/>
              <a:t>2) Use TKEEP AXI signal (specifies bytes that should be ignored)</a:t>
            </a:r>
          </a:p>
          <a:p>
            <a:pPr lvl="1"/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7111AB-B73E-AD99-5D93-A7E0F655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Challenges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28F60-3E23-E6C3-8461-540B1FE97A79}"/>
              </a:ext>
            </a:extLst>
          </p:cNvPr>
          <p:cNvSpPr/>
          <p:nvPr/>
        </p:nvSpPr>
        <p:spPr>
          <a:xfrm>
            <a:off x="9176547" y="3058439"/>
            <a:ext cx="1765300" cy="1435238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FIFO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26318F-C1C0-6F57-DCEC-EDA278297CE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0059197" y="2489200"/>
            <a:ext cx="0" cy="56923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E7F5D4-BCBF-7C0B-33DE-E4E437C09B1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0059197" y="4493677"/>
            <a:ext cx="0" cy="605373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581978-870B-DABF-EC0D-8F5A72214458}"/>
              </a:ext>
            </a:extLst>
          </p:cNvPr>
          <p:cNvCxnSpPr/>
          <p:nvPr/>
        </p:nvCxnSpPr>
        <p:spPr>
          <a:xfrm>
            <a:off x="9970297" y="2650561"/>
            <a:ext cx="165100" cy="10795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87E253-5A85-0FAF-E83F-83CB8FD99BF7}"/>
              </a:ext>
            </a:extLst>
          </p:cNvPr>
          <p:cNvCxnSpPr/>
          <p:nvPr/>
        </p:nvCxnSpPr>
        <p:spPr>
          <a:xfrm>
            <a:off x="9976647" y="4655532"/>
            <a:ext cx="165100" cy="10795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B262E11-EDB9-B2DD-52D6-F7A62A5CCD51}"/>
              </a:ext>
            </a:extLst>
          </p:cNvPr>
          <p:cNvSpPr txBox="1"/>
          <p:nvPr/>
        </p:nvSpPr>
        <p:spPr>
          <a:xfrm>
            <a:off x="9705293" y="2527450"/>
            <a:ext cx="2063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B</a:t>
            </a:r>
            <a:endParaRPr lang="en-US" sz="1200" i="1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15E605-9C32-A106-A58F-0EE596C4DEF9}"/>
              </a:ext>
            </a:extLst>
          </p:cNvPr>
          <p:cNvSpPr txBox="1"/>
          <p:nvPr/>
        </p:nvSpPr>
        <p:spPr>
          <a:xfrm>
            <a:off x="9780645" y="4574642"/>
            <a:ext cx="3793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8</a:t>
            </a:r>
            <a:endParaRPr lang="en-US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20824795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4764B-EF01-676C-4008-A4EC782A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CBCDC5-8F50-AA1C-4A78-73B15D4B6E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8331236" cy="5078791"/>
          </a:xfrm>
        </p:spPr>
        <p:txBody>
          <a:bodyPr/>
          <a:lstStyle/>
          <a:p>
            <a:r>
              <a:rPr lang="en-US" sz="2400" dirty="0"/>
              <a:t>Each neuron processor takes P</a:t>
            </a:r>
            <a:r>
              <a:rPr lang="en-US" sz="2400" baseline="-25000" dirty="0"/>
              <a:t>w </a:t>
            </a:r>
            <a:r>
              <a:rPr lang="en-US" sz="2400" dirty="0"/>
              <a:t>weights/inputs in parallel</a:t>
            </a:r>
          </a:p>
          <a:p>
            <a:pPr lvl="1"/>
            <a:r>
              <a:rPr lang="en-US" sz="2000" dirty="0"/>
              <a:t>Need to convert 8-bit config stream into P</a:t>
            </a:r>
            <a:r>
              <a:rPr lang="en-US" sz="2000" baseline="-25000" dirty="0"/>
              <a:t>w</a:t>
            </a:r>
            <a:r>
              <a:rPr lang="en-US" sz="2000" dirty="0"/>
              <a:t> bit words for RAMs</a:t>
            </a:r>
          </a:p>
          <a:p>
            <a:r>
              <a:rPr lang="en-US" sz="2400" dirty="0"/>
              <a:t>Asymmetric FIFOs again solve this problem</a:t>
            </a:r>
          </a:p>
          <a:p>
            <a:r>
              <a:rPr lang="en-US" sz="2400" dirty="0"/>
              <a:t>A few common problems:</a:t>
            </a:r>
          </a:p>
          <a:p>
            <a:pPr lvl="1"/>
            <a:r>
              <a:rPr lang="en-US" sz="2000" dirty="0"/>
              <a:t>If P</a:t>
            </a:r>
            <a:r>
              <a:rPr lang="en-US" sz="2000" baseline="-25000" dirty="0"/>
              <a:t>w</a:t>
            </a:r>
            <a:r>
              <a:rPr lang="en-US" sz="2000" dirty="0"/>
              <a:t> &gt; 8, you must ensure you write in multiples of P</a:t>
            </a:r>
            <a:r>
              <a:rPr lang="en-US" sz="2000" baseline="-25000" dirty="0"/>
              <a:t>w</a:t>
            </a:r>
            <a:r>
              <a:rPr lang="en-US" sz="2000" dirty="0"/>
              <a:t> / 8</a:t>
            </a:r>
          </a:p>
          <a:p>
            <a:pPr lvl="2"/>
            <a:r>
              <a:rPr lang="en-US" sz="1600" dirty="0"/>
              <a:t>Otherwise, the FIFO will remain empty</a:t>
            </a:r>
          </a:p>
          <a:p>
            <a:pPr lvl="2"/>
            <a:r>
              <a:rPr lang="en-US" sz="1600" dirty="0"/>
              <a:t>e.g. P</a:t>
            </a:r>
            <a:r>
              <a:rPr lang="en-US" sz="1600" baseline="-25000" dirty="0"/>
              <a:t>w</a:t>
            </a:r>
            <a:r>
              <a:rPr lang="en-US" sz="1600" dirty="0"/>
              <a:t>= 64, FIFO is !empty after 8 writes</a:t>
            </a:r>
          </a:p>
          <a:p>
            <a:pPr lvl="2"/>
            <a:r>
              <a:rPr lang="en-US" sz="1600" dirty="0"/>
              <a:t>May require injection of entire padded beats</a:t>
            </a:r>
          </a:p>
          <a:p>
            <a:pPr lvl="3"/>
            <a:r>
              <a:rPr lang="en-US" sz="1400" dirty="0"/>
              <a:t>e.g., for N = 32, config manager must write 4 extra bytes of padding to provide P</a:t>
            </a:r>
            <a:r>
              <a:rPr lang="en-US" sz="1400" baseline="-25000" dirty="0"/>
              <a:t>w </a:t>
            </a:r>
            <a:r>
              <a:rPr lang="en-US" sz="1400" dirty="0"/>
              <a:t>= 64</a:t>
            </a:r>
          </a:p>
          <a:p>
            <a:pPr lvl="3"/>
            <a:r>
              <a:rPr lang="en-US" sz="1400" dirty="0"/>
              <a:t>Padded weights should all be 1</a:t>
            </a:r>
          </a:p>
          <a:p>
            <a:pPr lvl="1"/>
            <a:r>
              <a:rPr lang="en-US" sz="2000" dirty="0"/>
              <a:t>If P</a:t>
            </a:r>
            <a:r>
              <a:rPr lang="en-US" sz="2000" baseline="-25000" dirty="0"/>
              <a:t>w</a:t>
            </a:r>
            <a:r>
              <a:rPr lang="en-US" sz="2000" dirty="0"/>
              <a:t> &lt; 8, you might need to throw out data</a:t>
            </a:r>
          </a:p>
          <a:p>
            <a:pPr lvl="2"/>
            <a:r>
              <a:rPr lang="en-US" sz="1600" dirty="0"/>
              <a:t>e.g. P</a:t>
            </a:r>
            <a:r>
              <a:rPr lang="en-US" sz="1600" baseline="-25000" dirty="0"/>
              <a:t>w</a:t>
            </a:r>
            <a:r>
              <a:rPr lang="en-US" sz="1600" dirty="0"/>
              <a:t>= 4, FIFO provides two beats of 4 bits for every 8-bit write</a:t>
            </a:r>
          </a:p>
          <a:p>
            <a:pPr lvl="2"/>
            <a:r>
              <a:rPr lang="en-US" sz="1600" dirty="0"/>
              <a:t>Extra bits should be ignored (same problem as last slide)</a:t>
            </a:r>
          </a:p>
          <a:p>
            <a:pPr lvl="2"/>
            <a:r>
              <a:rPr lang="en-US" sz="1600" dirty="0"/>
              <a:t>Ignore via counter that tracks last valid P</a:t>
            </a:r>
            <a:r>
              <a:rPr lang="en-US" sz="1600" baseline="-25000" dirty="0"/>
              <a:t>w</a:t>
            </a:r>
            <a:r>
              <a:rPr lang="en-US" sz="1600" dirty="0"/>
              <a:t> bits, or leverage TKEEP again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C436C2-2E8A-BD29-C1FD-93A8B38D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RAM Width Conversion Challenges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638EFE-1397-A966-AEEF-C818857A182E}"/>
              </a:ext>
            </a:extLst>
          </p:cNvPr>
          <p:cNvSpPr/>
          <p:nvPr/>
        </p:nvSpPr>
        <p:spPr>
          <a:xfrm>
            <a:off x="8661400" y="3090189"/>
            <a:ext cx="1765300" cy="1435238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FIFO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CBAFC3E-6991-2B12-3042-2CA7CAD6C80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9544050" y="2520950"/>
            <a:ext cx="0" cy="56923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41E21A-8C47-1B88-534B-E4D0723F7F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544050" y="4525427"/>
            <a:ext cx="0" cy="605373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3D5EFD-69D6-A26D-E2C9-FF852EBC276C}"/>
              </a:ext>
            </a:extLst>
          </p:cNvPr>
          <p:cNvCxnSpPr/>
          <p:nvPr/>
        </p:nvCxnSpPr>
        <p:spPr>
          <a:xfrm>
            <a:off x="9455150" y="2682311"/>
            <a:ext cx="165100" cy="10795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27A780-E32D-4291-0C2F-02A37DE35828}"/>
              </a:ext>
            </a:extLst>
          </p:cNvPr>
          <p:cNvCxnSpPr/>
          <p:nvPr/>
        </p:nvCxnSpPr>
        <p:spPr>
          <a:xfrm>
            <a:off x="9461500" y="4687282"/>
            <a:ext cx="165100" cy="10795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B285A3A-754C-4455-4EC4-A926955CAA10}"/>
              </a:ext>
            </a:extLst>
          </p:cNvPr>
          <p:cNvSpPr txBox="1"/>
          <p:nvPr/>
        </p:nvSpPr>
        <p:spPr>
          <a:xfrm>
            <a:off x="9190146" y="2559200"/>
            <a:ext cx="2063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8</a:t>
            </a:r>
            <a:endParaRPr lang="en-US" sz="1200" i="1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F61DAD-2E23-C67D-ADC8-98F3F7965BC7}"/>
              </a:ext>
            </a:extLst>
          </p:cNvPr>
          <p:cNvSpPr txBox="1"/>
          <p:nvPr/>
        </p:nvSpPr>
        <p:spPr>
          <a:xfrm>
            <a:off x="9164746" y="4581892"/>
            <a:ext cx="3793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97200579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DEFB7B-D389-E297-8309-BC9617552F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Require the number of neurons in layer i to be a multiple of </a:t>
            </a:r>
            <a:r>
              <a:rPr lang="en-US"/>
              <a:t>P</a:t>
            </a:r>
            <a:r>
              <a:rPr lang="en-US" baseline="-25000"/>
              <a:t>N,i</a:t>
            </a:r>
            <a:endParaRPr lang="en-US" baseline="-25000" dirty="0"/>
          </a:p>
          <a:p>
            <a:pPr lvl="1"/>
            <a:r>
              <a:rPr lang="en-US" dirty="0"/>
              <a:t>Not necessary, but non-multiples require padding and extra logic</a:t>
            </a:r>
          </a:p>
          <a:p>
            <a:r>
              <a:rPr lang="en-US" dirty="0"/>
              <a:t>Require inputs to BNN to be multiple of PARALLEL_INPUTS</a:t>
            </a:r>
          </a:p>
          <a:p>
            <a:pPr lvl="1"/>
            <a:r>
              <a:rPr lang="en-US" dirty="0"/>
              <a:t>Again, not necessary, but requires padding of inputs</a:t>
            </a:r>
          </a:p>
          <a:p>
            <a:r>
              <a:rPr lang="en-US" dirty="0"/>
              <a:t>If you have everything working, you can then add more flexibility</a:t>
            </a:r>
          </a:p>
          <a:p>
            <a:pPr lvl="1"/>
            <a:r>
              <a:rPr lang="en-US" dirty="0"/>
              <a:t>Biggest limitation is that SFC topology has 784 inputs</a:t>
            </a:r>
          </a:p>
          <a:p>
            <a:pPr lvl="1"/>
            <a:r>
              <a:rPr lang="en-US" dirty="0"/>
              <a:t>Not a multiple of all powers of 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083E38-570F-AC48-51F6-0C64A271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 Suggestions</a:t>
            </a:r>
          </a:p>
        </p:txBody>
      </p:sp>
    </p:spTree>
    <p:extLst>
      <p:ext uri="{BB962C8B-B14F-4D97-AF65-F5344CB8AC3E}">
        <p14:creationId xmlns:p14="http://schemas.microsoft.com/office/powerpoint/2010/main" val="736670208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g Logo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template wide.pptx" id="{2F7E3479-46E5-4D2F-9C4A-A44092FA6F11}" vid="{9997ABD2-C28D-460D-AECD-CC9F085155FB}"/>
    </a:ext>
  </a:extLst>
</a:theme>
</file>

<file path=ppt/theme/theme2.xml><?xml version="1.0" encoding="utf-8"?>
<a:theme xmlns:a="http://schemas.openxmlformats.org/drawingml/2006/main" name="Text with normal heading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template wide.pptx" id="{2F7E3479-46E5-4D2F-9C4A-A44092FA6F11}" vid="{9997ABD2-C28D-460D-AECD-CC9F085155FB}"/>
    </a:ext>
  </a:extLst>
</a:theme>
</file>

<file path=ppt/theme/theme3.xml><?xml version="1.0" encoding="utf-8"?>
<a:theme xmlns:a="http://schemas.openxmlformats.org/drawingml/2006/main" name="Fancy Header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template wide.pptx" id="{2F7E3479-46E5-4D2F-9C4A-A44092FA6F11}" vid="{9997ABD2-C28D-460D-AECD-CC9F085155FB}"/>
    </a:ext>
  </a:extLst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15A10438976445A4F2A564A9063629" ma:contentTypeVersion="6" ma:contentTypeDescription="Create a new document." ma:contentTypeScope="" ma:versionID="45806b5510493321e140864de03fb7ad">
  <xsd:schema xmlns:xsd="http://www.w3.org/2001/XMLSchema" xmlns:xs="http://www.w3.org/2001/XMLSchema" xmlns:p="http://schemas.microsoft.com/office/2006/metadata/properties" xmlns:ns2="63fc63a6-18cf-4814-8dee-b8d6616a2bda" targetNamespace="http://schemas.microsoft.com/office/2006/metadata/properties" ma:root="true" ma:fieldsID="3db532ccb85098a64b7e52bb711c9525" ns2:_="">
    <xsd:import namespace="63fc63a6-18cf-4814-8dee-b8d6616a2b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c63a6-18cf-4814-8dee-b8d6616a2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6C1367-8D37-49A1-BF4B-2E9150DA2B52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63fc63a6-18cf-4814-8dee-b8d6616a2bda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9D54C70-8A1F-433D-B3DF-B7287D9E16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EF2080-A3D2-46D5-AF20-1C2055474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fc63a6-18cf-4814-8dee-b8d6616a2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FICS template wide</Template>
  <TotalTime>24176</TotalTime>
  <Words>1855</Words>
  <Application>Microsoft Office PowerPoint</Application>
  <PresentationFormat>Widescreen</PresentationFormat>
  <Paragraphs>370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Gill Sans</vt:lpstr>
      <vt:lpstr>Gill Sans Light</vt:lpstr>
      <vt:lpstr>Lucida Grande</vt:lpstr>
      <vt:lpstr>Arial</vt:lpstr>
      <vt:lpstr>Helvetica</vt:lpstr>
      <vt:lpstr>Wingdings</vt:lpstr>
      <vt:lpstr>Big Logo</vt:lpstr>
      <vt:lpstr>Text with normal heading</vt:lpstr>
      <vt:lpstr>Fancy Header</vt:lpstr>
      <vt:lpstr>PowerPoint Presentation</vt:lpstr>
      <vt:lpstr>Neuron Processor (NP) Interface</vt:lpstr>
      <vt:lpstr>Neuron Processor (NP) Interface</vt:lpstr>
      <vt:lpstr>Neuron Processor (NP) Interface</vt:lpstr>
      <vt:lpstr>Neuron Processor (NP) Interface</vt:lpstr>
      <vt:lpstr>Neuron Processor (NP) Interface</vt:lpstr>
      <vt:lpstr>Neuron Processor (NP) Interface</vt:lpstr>
      <vt:lpstr>Neuron Processor (NP) Interface</vt:lpstr>
      <vt:lpstr>Layer Architecture</vt:lpstr>
      <vt:lpstr>Layer Architecture</vt:lpstr>
      <vt:lpstr>Layer Architecture</vt:lpstr>
      <vt:lpstr>BNN Architecture</vt:lpstr>
      <vt:lpstr>BNN_FCC Architecture</vt:lpstr>
      <vt:lpstr>Parsing Challenges</vt:lpstr>
      <vt:lpstr>Parsing Challenges</vt:lpstr>
      <vt:lpstr>RAM Width Conversion Challenges</vt:lpstr>
      <vt:lpstr>Misc Suggestions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PAC Training</dc:title>
  <dc:creator>Greg Stitt</dc:creator>
  <cp:lastModifiedBy>Stitt,Gregory</cp:lastModifiedBy>
  <cp:revision>500</cp:revision>
  <dcterms:created xsi:type="dcterms:W3CDTF">2017-01-16T21:37:43Z</dcterms:created>
  <dcterms:modified xsi:type="dcterms:W3CDTF">2026-01-26T22:35:04Z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0x010100DD15A10438976445A4F2A564A9063629</vt:lpwstr>
  </property>
</Properties>
</file>